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13"/>
  </p:notesMasterIdLst>
  <p:sldIdLst>
    <p:sldId id="359" r:id="rId5"/>
    <p:sldId id="564" r:id="rId6"/>
    <p:sldId id="569" r:id="rId7"/>
    <p:sldId id="566" r:id="rId8"/>
    <p:sldId id="562" r:id="rId9"/>
    <p:sldId id="402" r:id="rId10"/>
    <p:sldId id="568" r:id="rId11"/>
    <p:sldId id="3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A27A617F-4C0C-684F-8D45-22058240AD08}">
          <p14:sldIdLst>
            <p14:sldId id="359"/>
            <p14:sldId id="564"/>
            <p14:sldId id="569"/>
            <p14:sldId id="566"/>
            <p14:sldId id="562"/>
            <p14:sldId id="402"/>
            <p14:sldId id="568"/>
            <p14:sldId id="399"/>
          </p14:sldIdLst>
        </p14:section>
        <p14:section name="Closing Slides" id="{82825BB9-6AB4-7E4F-ADA5-2BEE9C0095E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orient="horz" pos="2544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evete, Danielle" initials="PD" lastIdx="1" clrIdx="0">
    <p:extLst>
      <p:ext uri="{19B8F6BF-5375-455C-9EA6-DF929625EA0E}">
        <p15:presenceInfo xmlns:p15="http://schemas.microsoft.com/office/powerpoint/2012/main" userId="S::danielle.prevete@landorandfitch.com::ea741048-338b-4cc5-acdc-1e3087087a08" providerId="AD"/>
      </p:ext>
    </p:extLst>
  </p:cmAuthor>
  <p:cmAuthor id="2" name="Grace Jung" initials="GJ" lastIdx="3" clrIdx="1">
    <p:extLst>
      <p:ext uri="{19B8F6BF-5375-455C-9EA6-DF929625EA0E}">
        <p15:presenceInfo xmlns:p15="http://schemas.microsoft.com/office/powerpoint/2012/main" userId="S::grace.jung@landorandfitch.com::97d4d1cb-889a-4aa0-8ca0-500bfccc13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DEA"/>
    <a:srgbClr val="F2F2EE"/>
    <a:srgbClr val="29707A"/>
    <a:srgbClr val="E3E2DC"/>
    <a:srgbClr val="F8F7F5"/>
    <a:srgbClr val="F8F7F6"/>
    <a:srgbClr val="F8F8F6"/>
    <a:srgbClr val="F8F9F6"/>
    <a:srgbClr val="F8FAF6"/>
    <a:srgbClr val="F8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AEFB4-8753-2B45-A4F9-E63BEA03B599}" v="38" dt="2026-02-25T18:24:25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7"/>
    <p:restoredTop sz="94610"/>
  </p:normalViewPr>
  <p:slideViewPr>
    <p:cSldViewPr snapToGrid="0">
      <p:cViewPr varScale="1">
        <p:scale>
          <a:sx n="102" d="100"/>
          <a:sy n="102" d="100"/>
        </p:scale>
        <p:origin x="1048" y="472"/>
      </p:cViewPr>
      <p:guideLst>
        <p:guide orient="horz" pos="1344"/>
        <p:guide orient="horz" pos="2544"/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WK Everett" panose="020B020400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WK Everett" panose="020B0204000000000000" pitchFamily="34" charset="77"/>
              </a:defRPr>
            </a:lvl1pPr>
          </a:lstStyle>
          <a:p>
            <a:fld id="{DED8EAC6-2D5B-D844-A615-EDB1D698BF23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WK Everett" panose="020B020400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WK Everett" panose="020B0204000000000000" pitchFamily="34" charset="77"/>
              </a:defRPr>
            </a:lvl1pPr>
          </a:lstStyle>
          <a:p>
            <a:fld id="{2BA7E1BB-25B4-574B-B089-309528012E5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4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10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1">
    <p:bg>
      <p:bgPr>
        <a:solidFill>
          <a:srgbClr val="FF4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111BE-AF33-F17F-7343-3FE31A87B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01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2">
    <p:bg>
      <p:bgPr>
        <a:solidFill>
          <a:srgbClr val="4CD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BA051F55-DD70-AD45-9776-3723F17DB8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1864E-4A1D-E640-AA2F-C5487E5EB3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B4651A-0925-B114-FB2E-6CCF5FF4F5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0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DA223-7F27-B55F-4AD9-8D8A11889E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57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D9CAD2-C1FD-3B4E-21CD-1931B7262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93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C0A869-A51E-CDE1-3A73-388F0DE56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54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F1D9E4-49B9-FD59-E6A9-BC27828EB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3542B4-C227-E949-6966-AE4EBAB05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68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 Title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EFC5E5-B593-5C6D-1C35-2216FEFAA8BF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148" b="148"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F7A825-5B74-B1AD-2102-445B1201DF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5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skye with red wide trell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A4964-738C-AD42-9CB9-A65FDF17C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638313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8"/>
            <a:ext cx="2585720" cy="194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5" y="5151120"/>
            <a:ext cx="5632426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2CD764-F5C9-301B-472F-474BE971AD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10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Title Spruce with wide white trellis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638313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8"/>
            <a:ext cx="2585720" cy="194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5" y="5151120"/>
            <a:ext cx="5632426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4FDB74-DEEC-DD83-46E0-6C9EEB309AA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380" t="19" r="8770" b="19"/>
          <a:stretch/>
        </p:blipFill>
        <p:spPr>
          <a:xfrm>
            <a:off x="6137329" y="-6536"/>
            <a:ext cx="6054671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BD4B4D-933E-D47F-7991-BF4EA202C1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35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F4C436-7344-EBF8-6E1E-2D174D52CA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61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88E2E725-27A3-A34B-A6E6-98D48C01FA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B7C301-88C1-0743-9D87-838520B45A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1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9BB6ED-EA91-4C5B-2DCE-5C6E389B26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45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61BC26-D14B-8DC6-ECD1-9F20F58A82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8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79A872-A173-1365-AAC9-2FB65E473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15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4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4C9C7A7A-3C96-7149-AC61-D61B519D6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F5D07-2932-9186-25D4-708D246AD6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37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A8E9CF1-CA51-BE4E-B6E5-6852DD5DE3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6D46C-B407-6CC6-079F-76D1C8592E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49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D05082-A58D-5758-184E-0DFCB93B42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82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red with white slim trell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B9E84-3DFE-523C-0F24-B1DD29104650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3" b="33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FACDDF-0627-86B2-9AA5-025F9E9D53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46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26CD3-2748-548C-83B5-5E750B0E60CA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72" r="59620"/>
          <a:stretch/>
        </p:blipFill>
        <p:spPr>
          <a:xfrm>
            <a:off x="7223861" y="0"/>
            <a:ext cx="496813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13CECB-106E-AAF6-E14A-3B4FAE22DF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07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-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B1A74-0186-4F16-154F-C0CA099D8D40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52534" r="827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916C62-D4F2-94EF-0013-DEF9F77B7B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50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BA9267-A581-28E5-146C-BE83D8B2D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602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9780E-D2E6-D84D-BDF3-7806F934F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C37961-8A30-48B5-418C-5C921E58AA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89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21BAE-A4D8-B505-11EE-0A79783EE8CE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148" b="148"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214A1-F1E6-238A-8C4C-F61A8FDA2C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00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kye with red wide trelll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9780E-D2E6-D84D-BDF3-7806F934F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E4A34D-B31C-7499-8FAD-F613268F1D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57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Warm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DF43DD-879C-2862-D182-23BB916F4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36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37EA74C-DA8D-E649-936D-35DAC3DD0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D0ECB-B0E1-4EDB-A882-B948106DF00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40DA44-98EC-4941-9A77-566EB2D21F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F8F17-D3E7-A38A-1731-86BA574147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60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5B199-FAB6-2E6F-A671-93DF3AD619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59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7E0C61-5106-8E10-CCDD-9D7A8F4C76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8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Cloud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C754FC-6B1F-0448-97FB-2208D732A0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6BAC55-8C3C-4599-8C59-20D13886590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3D3C3C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1581BA-ADBF-4A98-9C93-3741A861646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088030-068E-0983-5097-3CDA0C277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01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Blue">
    <p:bg>
      <p:bgPr>
        <a:solidFill>
          <a:srgbClr val="D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1FB87-C14F-164F-AA85-F14D4AA343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E8EF94-EB7B-AA48-95A2-30B1DAB6AC2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19885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B874B7-E306-D146-93DB-034442038E2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19885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FF462D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40EE3F-AFF8-B11E-4974-11B573EF7F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90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Imag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3901EE6-A7CE-4A4F-862C-5742DA834FD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 AND SEND TO BACK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37EA74C-DA8D-E649-936D-35DAC3DD0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D0ECB-B0E1-4EDB-A882-B948106DF00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40DA44-98EC-4941-9A77-566EB2D21F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909E4A-C79A-8BF3-E73E-7F38D6005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50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arm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8A78571-3B6A-804A-9424-90782341222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BB170-C560-6D47-BE04-7215B1F1BEDE}"/>
              </a:ext>
            </a:extLst>
          </p:cNvPr>
          <p:cNvPicPr>
            <a:picLocks/>
          </p:cNvPicPr>
          <p:nvPr userDrawn="1"/>
        </p:nvPicPr>
        <p:blipFill>
          <a:blip r:embed="rId2"/>
          <a:srcRect l="30404" r="3040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A4FD46-B420-6C42-AEF7-528F16D610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82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ing Green">
    <p:bg>
      <p:bgPr>
        <a:solidFill>
          <a:srgbClr val="4CD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DFD8F-EF20-1F67-F7FC-11C0BF987F8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8" r="18826"/>
          <a:stretch/>
        </p:blipFill>
        <p:spPr>
          <a:xfrm>
            <a:off x="7443995" y="0"/>
            <a:ext cx="496813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70E6AA-15B9-9F94-7DF1-B554F9935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58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733665-B5FA-4BFE-A8A0-860EAB727A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C94A8-5005-5268-2AF8-F2AE71C69F4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39988" r="20820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287DB1-0A3C-3279-F51E-84F912777A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6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02DA3-C165-49D0-AFF1-BE1A3104A8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C1E95-6239-53A3-732A-02A9068D0F4D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39988" r="20820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58FA21-D51B-D772-0838-48EE8650D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83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1BFE6-FC6B-4852-1256-CA06F4A8B78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52534" r="827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6B61B-801A-7540-5B03-3ABCE87DCF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0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pring Green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58A63-2047-9F53-21EB-7BD6469480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4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kye">
    <p:bg>
      <p:bgPr>
        <a:solidFill>
          <a:srgbClr val="E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4EE11F4-18B4-34E7-293D-2740372D0E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04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2E15C3-C2A6-DC48-80F6-132467E90B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7449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351100-00A3-BB45-901F-81B0F8E8E0E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2849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8451C69-4432-45D6-BB5C-72DFA0297B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7E52CC-0F2B-E272-F6FF-EC4EE74C0B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99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5CDD57-D1A6-D140-B3A1-649C3BED6A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250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rgbClr val="3D3C3C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9B6D032-5AFE-C842-B1D6-D212C39ED60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4894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337892B-8722-4084-BE4B-618522AA5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209021-D0EC-94C4-1D15-E51210D054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89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rgbClr val="D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AEB9F49-EEFB-174B-A4D2-63CE4B73D3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250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606B28-53C4-C149-A5FD-DC39EC1569C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4894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63CC257-99FA-4AE1-ADB7-A1565E4ED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DD6FDF-D9B7-FDCE-CF9B-9A487AD1BC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00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- Half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A1C768-0E11-014B-9CDB-56E0BDD0C8C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620000" y="0"/>
            <a:ext cx="45577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4BF465B-5495-3F48-8347-2AAEAF979E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162" y="1528647"/>
            <a:ext cx="7019926" cy="3619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3D2F460-B831-3F4D-B439-F9CC8036D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30B31AA-5271-7F45-90C7-D043A4201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1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4" name="Text Placeholder 57">
            <a:extLst>
              <a:ext uri="{FF2B5EF4-FFF2-40B4-BE49-F238E27FC236}">
                <a16:creationId xmlns:a16="http://schemas.microsoft.com/office/drawing/2014/main" id="{2DD52D0F-13FB-4843-AAA6-1D8F14BAD6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267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0A08F-55BB-41B4-2946-AF913B5B7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91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A1C768-0E11-014B-9CDB-56E0BDD0C8C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-12192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 AND SEND TO BACK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1667CA7-79BC-5E48-BDE0-776E99AFF1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162" y="1528647"/>
            <a:ext cx="5069782" cy="3619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39BBFD-7D67-0149-BBF4-BC38D780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075C5-8425-1984-C059-D79630B604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4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- Cloud - Vital K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4BF465B-5495-3F48-8347-2AAEAF979E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2590" y="153318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C577BF-4568-F048-96BF-528E25408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47580" b="47410"/>
          <a:stretch/>
        </p:blipFill>
        <p:spPr>
          <a:xfrm>
            <a:off x="7643813" y="354709"/>
            <a:ext cx="2264275" cy="307429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D3F953-AAA5-7545-AE20-48383DE98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7DB1B-FE1E-E448-9143-FC5C6346E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944" t="37307"/>
          <a:stretch/>
        </p:blipFill>
        <p:spPr>
          <a:xfrm>
            <a:off x="9507255" y="2704605"/>
            <a:ext cx="2464580" cy="3664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474A35-724F-B158-82FE-093A8B84BE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85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Spring Green - Vital 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3C1E6D-113A-9649-83C5-3795F2D118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7728" b="44362"/>
          <a:stretch/>
        </p:blipFill>
        <p:spPr>
          <a:xfrm>
            <a:off x="7648461" y="354710"/>
            <a:ext cx="2251002" cy="3242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157CC1-5343-204C-A4BE-4F94CF2C7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347" t="42760"/>
          <a:stretch/>
        </p:blipFill>
        <p:spPr>
          <a:xfrm>
            <a:off x="9652958" y="3033687"/>
            <a:ext cx="2310441" cy="3335810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3097A11-4D17-2E43-A878-096101EDF8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057" y="151679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DC77D9-FE3E-294B-A9F4-0AAD8E3DB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58BDD-A8C3-D19B-5415-225F0E31DF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688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Spruce - Vital K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A1DCC84-DA1E-1F44-94A6-435D1A421E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139" t="44975"/>
          <a:stretch/>
        </p:blipFill>
        <p:spPr>
          <a:xfrm>
            <a:off x="9515690" y="3161495"/>
            <a:ext cx="2456145" cy="3216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813B77-D11D-9F4C-B80E-BB2CEC44B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095" b="46156"/>
          <a:stretch/>
        </p:blipFill>
        <p:spPr>
          <a:xfrm>
            <a:off x="7643813" y="354710"/>
            <a:ext cx="2242059" cy="3147616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21FF5E-55C3-B24F-AE4E-C8C47F0B7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2590" y="145569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894447-9EDE-8844-9EA6-97492F983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93CDD1-9D4A-3A59-6005-8B955111DB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307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- Warm Red -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395F-3F20-C24B-919A-8D414FBD263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21FF5E-55C3-B24F-AE4E-C8C47F0B7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1736" y="287072"/>
            <a:ext cx="5424477" cy="493193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894447-9EDE-8844-9EA6-97492F983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967B83-B4A1-EAC4-81F9-10CC185DA1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819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Bio &amp; Headsho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14206-8F94-F74F-9E18-B76A2B1713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76600" y="1714500"/>
            <a:ext cx="8343900" cy="2552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4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quote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138F432-5BED-3F4B-8ED4-8EEB958CBF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4986748"/>
            <a:ext cx="2933698" cy="328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Name Last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7A6693A-13CB-8F4A-906F-849570EEA7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8600" y="1714499"/>
            <a:ext cx="2590800" cy="25527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B41FB8-9A6B-504A-99EB-068E8A2DF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F34D7E2-E0D9-6E49-AB65-D1B044884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4" name="Text Placeholder 57">
            <a:extLst>
              <a:ext uri="{FF2B5EF4-FFF2-40B4-BE49-F238E27FC236}">
                <a16:creationId xmlns:a16="http://schemas.microsoft.com/office/drawing/2014/main" id="{006231EF-8E10-424C-A594-67CA70BB17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9D4A78-BF3E-FE22-6CF0-9EB05EE2B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00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ody Text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EF6E0-637A-EC45-B311-C2F430F974E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28600" y="1321724"/>
            <a:ext cx="7011974" cy="4698076"/>
          </a:xfrm>
          <a:prstGeom prst="rect">
            <a:avLst/>
          </a:prstGeo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Add body text here—Lorem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E56B890-508D-894E-9ED0-A18663506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383610-D668-8544-B7D6-2F1AACA3E5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3125"/>
            <a:ext cx="73910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A0CA2C9B-4F75-0446-9529-6658799FB9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7391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C3ACE9-3AC8-E944-3F51-CB51F0E5E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08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9055CB-6CA5-2D49-B09E-1EA176EAB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040" y="1877234"/>
            <a:ext cx="8919959" cy="35198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3D3C3C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body text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47793"/>
            <a:ext cx="8915400" cy="2690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  <a:endParaRPr lang="en-MX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F83831B-2B67-404C-B3E8-D5CB13190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062FC2-ABE4-C34F-8AFD-7A1011E7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289E4EDC-BD74-4448-ADE2-7D000BA8CB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562F7-EB7C-D492-782B-53D6ED0E8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66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32EC71-5381-9148-8B96-169025544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ABD51D-894D-544C-B7DD-8BE9E145D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5542637F-F685-BC43-8125-94FB9084AD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73BBD54-FD2A-DC49-B88D-D4A899116E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AD8D1B-3F60-EC44-A487-7E5D890DA5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53ACC-0310-05A7-1195-61E4CA28BB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481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13C8B34-2353-FD4D-9E71-B8BBEDA31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9C24D1B-EF41-5446-89DF-2CEC95D00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720788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952D4BB9-D82E-9642-B6B5-59FB16BBDC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72109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00C743D-E04D-CF43-AEE0-4638973879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6134537-B4C0-FC49-AA11-C6E48C51A6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042315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042315"/>
                </a:solidFill>
              </a:defRPr>
            </a:lvl2pPr>
            <a:lvl3pPr>
              <a:buFontTx/>
              <a:buNone/>
              <a:defRPr sz="1600">
                <a:solidFill>
                  <a:srgbClr val="042315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042315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DA45B32F-A542-7546-9A2C-E0AC157A74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1" y="712673"/>
            <a:ext cx="572109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E6CF-FAB7-F975-DCAC-C3FE04E92F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8455" y="290948"/>
            <a:ext cx="5756275" cy="304797"/>
          </a:xfrm>
        </p:spPr>
        <p:txBody>
          <a:bodyPr/>
          <a:lstStyle>
            <a:lvl1pPr marL="0" indent="0">
              <a:buFontTx/>
              <a:buNone/>
              <a:defRPr lang="en-US" sz="24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356ADA-6897-95B3-C21A-E4E216C281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083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09A0609-1D06-D04F-8D52-4E39B9285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D36F16E-3725-F848-BDDF-7907B81F7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96C633BB-2E79-974A-87F1-594562487D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33B21BD-65B1-BA47-A141-F8C12A42C7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8F5560B-4933-DB43-8C17-077668E24E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1" name="Text Placeholder 57">
            <a:extLst>
              <a:ext uri="{FF2B5EF4-FFF2-40B4-BE49-F238E27FC236}">
                <a16:creationId xmlns:a16="http://schemas.microsoft.com/office/drawing/2014/main" id="{C39711F2-9070-F843-A056-A93C6BB0D3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1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5663B-43AB-DD96-F6E3-CF91231D1E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600" y="293125"/>
            <a:ext cx="5638800" cy="254000"/>
          </a:xfrm>
        </p:spPr>
        <p:txBody>
          <a:bodyPr wrap="none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8542E3-AE84-313D-144A-6C57CDE66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03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80B8D3-16CF-6342-A5DF-3306CF5EC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CFCB20-60E1-4B4A-BF88-5B9612F4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37AC11C-34D5-1245-961A-397EAB59DF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79627F6-2087-4E45-BE52-0BCE13073F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1pPr>
            <a:lvl2pPr marL="288925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3pPr>
            <a:lvl4pPr marL="741363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4pPr>
            <a:lvl5pPr marL="1042987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0F4F8-1ADA-C284-ED16-DC4C79226C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0" y="271464"/>
            <a:ext cx="5638800" cy="385763"/>
          </a:xfrm>
        </p:spPr>
        <p:txBody>
          <a:bodyPr/>
          <a:lstStyle>
            <a:lvl1pPr marL="0" indent="0">
              <a:buFontTx/>
              <a:buNone/>
              <a:defRPr lang="en-US" sz="2400" b="0" i="0" kern="1200" dirty="0">
                <a:solidFill>
                  <a:srgbClr val="FFFFFF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73E45C-1F74-66EA-E8BA-982D576317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685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460F7-C4DF-1649-A79C-B0036650A82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600" y="4067939"/>
            <a:ext cx="4343164" cy="1951861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3D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80B8D3-16CF-6342-A5DF-3306CF5EC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CFCB20-60E1-4B4A-BF88-5B9612F4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A058DD17-2E23-BC40-A026-8858F9BE56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79913-9831-2C46-96EF-35A1AAFB6AE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620000" y="876300"/>
            <a:ext cx="3048000" cy="51435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chart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7A97B0-5987-F143-A781-7C143274D88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851418" y="5052128"/>
            <a:ext cx="1111981" cy="838200"/>
          </a:xfrm>
        </p:spPr>
        <p:txBody>
          <a:bodyPr/>
          <a:lstStyle>
            <a:lvl1pPr>
              <a:buClr>
                <a:schemeClr val="bg1"/>
              </a:buClr>
              <a:defRPr sz="1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3BD8E0E-AB41-0A43-BD41-1C5E50C4C0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851418" y="4121544"/>
            <a:ext cx="1111981" cy="838200"/>
          </a:xfrm>
        </p:spPr>
        <p:txBody>
          <a:bodyPr/>
          <a:lstStyle>
            <a:lvl1pPr marL="0" indent="0">
              <a:buNone/>
              <a:defRPr sz="4800">
                <a:ln>
                  <a:solidFill>
                    <a:schemeClr val="bg1"/>
                  </a:solidFill>
                </a:ln>
                <a:noFill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D28AA6-1797-DFEA-E93F-15D7C8AAF9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24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C9F2814-2A42-8747-86C6-18C297A79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32B6308-FC5C-7F40-92A6-CE736A7B7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35761AD7-5E66-4446-BAD2-3EC71AA2C7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1D09163-64E4-724E-BD9C-63AEC08EB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181DA9B-DA3F-584E-A9F0-D45472FFF5A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2590801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7107E20-457F-884D-971B-B57AD13E53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67205" y="1714500"/>
            <a:ext cx="2590801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5B93D1-27C5-3D23-276E-DD9D9A5FBE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172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993" y="1714500"/>
            <a:ext cx="2590801" cy="3467100"/>
          </a:xfrm>
        </p:spPr>
        <p:txBody>
          <a:bodyPr/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464372-9BD0-7640-8704-53BEE62329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6600" y="1714500"/>
            <a:ext cx="2590800" cy="34671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71DDD4-33BF-F6FC-F522-E29F65781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776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0165" y="1335033"/>
            <a:ext cx="5647235" cy="1714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993" y="3234981"/>
            <a:ext cx="5633407" cy="18530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464372-9BD0-7640-8704-53BEE62329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599" y="3234981"/>
            <a:ext cx="5633407" cy="18530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B3291A2-618A-D34A-9F60-34F932C2116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37743" y="1335033"/>
            <a:ext cx="5647235" cy="1714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4F239B-FC19-6A44-81DB-18C9D7976C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600" y="5522967"/>
            <a:ext cx="11743235" cy="496833"/>
          </a:xfrm>
          <a:prstGeom prst="rect">
            <a:avLst/>
          </a:prstGeom>
          <a:solidFill>
            <a:srgbClr val="042315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43259-7705-1443-9A6F-DBEC48437FE7}"/>
              </a:ext>
            </a:extLst>
          </p:cNvPr>
          <p:cNvCxnSpPr/>
          <p:nvPr userDrawn="1"/>
        </p:nvCxnSpPr>
        <p:spPr>
          <a:xfrm>
            <a:off x="6096000" y="1238081"/>
            <a:ext cx="0" cy="405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BD4D828-EECF-DC99-CBD7-0445B86A8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658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2 r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8600" y="1315983"/>
            <a:ext cx="259080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599" y="2435703"/>
            <a:ext cx="2590801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DC01341-B0DA-2B4C-8FC1-7155C4FC0C6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278955" y="1315983"/>
            <a:ext cx="2583396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CD4AD7-AC38-1542-A051-1F97CBFCDC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78954" y="2435703"/>
            <a:ext cx="2583397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548CB3D-9B84-574E-885C-FE1F744C417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29651" y="1315983"/>
            <a:ext cx="2585749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B5EA021-0173-634F-911F-DF1E746534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29651" y="2435703"/>
            <a:ext cx="2585750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F7943D42-7EE2-DA40-A1D9-F914DDD8C88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372258" y="1315983"/>
            <a:ext cx="2591142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617F172-2F05-B94E-AFAD-9E8E6F40C7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2257" y="2435703"/>
            <a:ext cx="2591143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C751FB4-3F20-2440-92C9-11D2CD59D1A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28600" y="3864974"/>
            <a:ext cx="259080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AFA1B85-AF0B-F645-9CA3-C6128E1E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8599" y="4984694"/>
            <a:ext cx="2590801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FFEE3A9A-63B7-D948-8DBF-2356457C28C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278955" y="3864974"/>
            <a:ext cx="2583396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F2BD0E-BE39-5A4C-829F-A44F7C5CDF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78954" y="4984694"/>
            <a:ext cx="2583397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469C8122-40A6-AC4F-B228-B46DF4AA49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29651" y="3864974"/>
            <a:ext cx="2585749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C07F3FD-607C-5645-B83E-9BA9ABD7D3D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651" y="4984694"/>
            <a:ext cx="2585750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0" name="Picture Placeholder 7">
            <a:extLst>
              <a:ext uri="{FF2B5EF4-FFF2-40B4-BE49-F238E27FC236}">
                <a16:creationId xmlns:a16="http://schemas.microsoft.com/office/drawing/2014/main" id="{C55632ED-F088-FF49-851A-25B32D353EF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372258" y="3864974"/>
            <a:ext cx="2591142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6C54EE8-524C-A143-B9F3-2572B4B443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2257" y="4984694"/>
            <a:ext cx="2591143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BE93C3-65B5-3B22-B33E-E56A439FDF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13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3 Ro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8600" y="1561995"/>
            <a:ext cx="91272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3472" y="1564581"/>
            <a:ext cx="2599236" cy="87371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DC01341-B0DA-2B4C-8FC1-7155C4FC0C6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572000" y="1562100"/>
            <a:ext cx="91272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CD4AD7-AC38-1542-A051-1F97CBFCDC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56872" y="1564686"/>
            <a:ext cx="2599236" cy="87371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C751FB4-3F20-2440-92C9-11D2CD59D1A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28600" y="3273909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AFA1B85-AF0B-F645-9CA3-C6128E1E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3472" y="3276496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FFEE3A9A-63B7-D948-8DBF-2356457C28C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572000" y="3274014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F2BD0E-BE39-5A4C-829F-A44F7C5CDF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56872" y="3276601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0203FBC-FB8C-F94A-A317-F50AD9F7409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28600" y="5029881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C7D9D11-353D-9048-9564-37A684BF680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13472" y="5032468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B2EA5CB2-F295-E346-9340-B2E11080602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572000" y="5029986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765B797-6F7F-7345-80FA-1A94CA24E69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56872" y="5032573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7E44B-DA4B-AA9E-B671-2C7092C6B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53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mpariso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386530"/>
            <a:ext cx="4343164" cy="538259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20000" y="1386530"/>
            <a:ext cx="4343163" cy="538259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78012-C8AC-8944-9C8F-566AE38AAA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8600" y="2233612"/>
            <a:ext cx="4343400" cy="3786187"/>
          </a:xfrm>
        </p:spPr>
        <p:txBody>
          <a:bodyPr/>
          <a:lstStyle>
            <a:lvl1pPr>
              <a:defRPr>
                <a:solidFill>
                  <a:srgbClr val="3D3C3C"/>
                </a:solidFill>
              </a:defRPr>
            </a:lvl1pPr>
            <a:lvl2pPr>
              <a:defRPr>
                <a:solidFill>
                  <a:srgbClr val="3D3C3C"/>
                </a:solidFill>
              </a:defRPr>
            </a:lvl2pPr>
            <a:lvl3pPr marL="800100" indent="-2857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>
                <a:solidFill>
                  <a:srgbClr val="3D3C3C"/>
                </a:solidFill>
              </a:defRPr>
            </a:lvl4pPr>
            <a:lvl5pPr>
              <a:defRPr>
                <a:solidFill>
                  <a:srgbClr val="3D3C3C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78F8ADB-2953-A64A-97B3-AB59AE4A7D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32813" y="2233613"/>
            <a:ext cx="4330350" cy="3786186"/>
          </a:xfrm>
        </p:spPr>
        <p:txBody>
          <a:bodyPr/>
          <a:lstStyle>
            <a:lvl1pPr>
              <a:defRPr>
                <a:solidFill>
                  <a:srgbClr val="3D3C3C"/>
                </a:solidFill>
              </a:defRPr>
            </a:lvl1pPr>
            <a:lvl2pPr>
              <a:defRPr>
                <a:solidFill>
                  <a:srgbClr val="3D3C3C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>
                <a:solidFill>
                  <a:srgbClr val="3D3C3C"/>
                </a:solidFill>
              </a:defRPr>
            </a:lvl3pPr>
            <a:lvl4pPr>
              <a:defRPr>
                <a:solidFill>
                  <a:srgbClr val="3D3C3C"/>
                </a:solidFill>
              </a:defRPr>
            </a:lvl4pPr>
            <a:lvl5pPr>
              <a:defRPr>
                <a:solidFill>
                  <a:srgbClr val="3D3C3C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D096CDA-242D-D948-869B-FB5A126D191B}"/>
              </a:ext>
            </a:extLst>
          </p:cNvPr>
          <p:cNvSpPr/>
          <p:nvPr userDrawn="1"/>
        </p:nvSpPr>
        <p:spPr>
          <a:xfrm>
            <a:off x="5440545" y="1337404"/>
            <a:ext cx="1310910" cy="64932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4CDF63-41CD-4660-97A2-4CBC45EBC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139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766" y="1214132"/>
            <a:ext cx="3045303" cy="866870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66599" y="1214132"/>
            <a:ext cx="3045303" cy="866870"/>
          </a:xfrm>
          <a:prstGeom prst="rect">
            <a:avLst/>
          </a:prstGeom>
          <a:solidFill>
            <a:srgbClr val="9E9287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7839" y="1214132"/>
            <a:ext cx="3045303" cy="866870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6159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66603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70537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2351650-0AF5-7B41-8717-C63444B9D1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0767" y="5530474"/>
            <a:ext cx="10642376" cy="489326"/>
          </a:xfrm>
          <a:prstGeom prst="rect">
            <a:avLst/>
          </a:prstGeom>
          <a:solidFill>
            <a:srgbClr val="042315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DA29F-13DD-FA83-D84A-7D6C67A4FE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73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82241" y="1714500"/>
            <a:ext cx="2593494" cy="876300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5630" y="1714500"/>
            <a:ext cx="2579770" cy="876300"/>
          </a:xfrm>
          <a:prstGeom prst="rect">
            <a:avLst/>
          </a:prstGeom>
          <a:solidFill>
            <a:srgbClr val="9E9287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75295" y="1714500"/>
            <a:ext cx="2593841" cy="876300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7634" y="2715236"/>
            <a:ext cx="2579766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5633" y="2715236"/>
            <a:ext cx="2574127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7993" y="2715236"/>
            <a:ext cx="2593842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CCFC44E-C6B5-0540-A29E-F342F4B86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39631" y="1714500"/>
            <a:ext cx="2579770" cy="4305300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856A51-DFB9-5D90-2908-BFFFF3969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507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6597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5B1A441-818E-2042-B9D2-1725279087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3993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6600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27296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2440BF4-40CE-3A4D-91C2-BCCF11E0F88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9903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4BF51-86A8-6DA9-6102-54E404302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19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sec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FAC936-D591-9543-BA96-1E3C3173F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1557103"/>
            <a:ext cx="2590800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F210-22BD-C34B-8F6C-AE26E7B82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3893" y="1542911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19009CE-AFDE-EE4A-A955-7307350C76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72599" y="1549321"/>
            <a:ext cx="2592391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F74593B-DD8B-A549-B7F6-CA6CE7B4CA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0709" y="1542911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AC9B3920-F627-8D4A-8EC7-F7F15F5934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8600" y="3719237"/>
            <a:ext cx="2590800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DB30F7E-C25C-F643-8457-966A4E9EA4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3893" y="3705045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7C39C1A6-7460-C14B-83D4-33C9C6C4BE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2599" y="3711455"/>
            <a:ext cx="2592391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C34D65A6-934C-D74C-BB66-6AF877EEE4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20709" y="3705045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DEA0471-411E-9E4D-9433-E993E317E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D09593-59D3-F446-AE5D-E987B7AF6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F529D1E-5228-F047-BF88-AAC5A30A85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B7D0-7AE4-AA48-93F7-193A1229D2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8600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BCB215A-5B20-0743-94E0-557154D24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87390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6D80D71-9424-2F44-B162-5999A7873A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29995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CC2B804-C5D8-5A48-81B7-5713C7B60E2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80692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DF379A3-1D0F-1E45-8702-288974609B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D971439-FB54-6C49-B07B-45920EDEFC8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342C412-BD69-3649-A5ED-2A84EE7FAB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995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A6C4C6A1-C28C-3C49-87BE-83DCC38A48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80692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65E73-1FF9-1042-6DE7-30EB48CDED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150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FAC936-D591-9543-BA96-1E3C3173F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0598" y="1557103"/>
            <a:ext cx="3032115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F210-22BD-C34B-8F6C-AE26E7B82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3401" y="1542911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F74593B-DD8B-A549-B7F6-CA6CE7B4CA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30608" y="5015406"/>
            <a:ext cx="3033977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AC9B3920-F627-8D4A-8EC7-F7F15F5934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30598" y="3274175"/>
            <a:ext cx="3032115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DB30F7E-C25C-F643-8457-966A4E9EA4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3401" y="3259983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C34D65A6-934C-D74C-BB66-6AF877EEE4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13401" y="5015406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DEA0471-411E-9E4D-9433-E993E317E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D09593-59D3-F446-AE5D-E987B7AF6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F529D1E-5228-F047-BF88-AAC5A30A85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B7D0-7AE4-AA48-93F7-193A1229D2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30598" y="1898033"/>
            <a:ext cx="3032115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BCB215A-5B20-0743-94E0-557154D24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13401" y="1898033"/>
            <a:ext cx="3048000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6D80D71-9424-2F44-B162-5999A7873A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30598" y="5370528"/>
            <a:ext cx="3032115" cy="1154224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DF379A3-1D0F-1E45-8702-288974609B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30598" y="3605453"/>
            <a:ext cx="3032115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D971439-FB54-6C49-B07B-45920EDEFC8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13401" y="3605453"/>
            <a:ext cx="3048000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342C412-BD69-3649-A5ED-2A84EE7FAB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613401" y="5360876"/>
            <a:ext cx="3048000" cy="1154224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0038B1A7-E95E-3C4D-8B65-1DC9365509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63349" y="1530058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D7FBA33F-457B-9A44-B7DB-E88B05396B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3349" y="3261753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ACCA0E-54DF-5545-8611-264EC0B9B2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3349" y="5001541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4DB0FA13-C54A-684F-944E-EAE89AF852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56651" y="1530058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2A9471F6-7209-B74C-93EE-ADE8EE5C3E2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56651" y="3261753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D290A8D4-25E0-2A4A-A5BB-4F9AC29D1EC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856651" y="5001541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C6DCCC-2A5B-22F8-0854-2D0E48D7E4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20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List Spring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48C5E5-34ED-B246-8FE3-9A0EB5DFCD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4207"/>
            <a:ext cx="5409901" cy="19839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EEF68C-1B1A-8646-8CCC-05086C107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CE7C15-0676-9343-AA28-66396C737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17"/>
            <a:ext cx="5404508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5" name="Text Placeholder 57">
            <a:extLst>
              <a:ext uri="{FF2B5EF4-FFF2-40B4-BE49-F238E27FC236}">
                <a16:creationId xmlns:a16="http://schemas.microsoft.com/office/drawing/2014/main" id="{542C4BC2-AF38-2F4B-B584-42E2EC3A8B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2673"/>
            <a:ext cx="54048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BD0F517-AEAE-094F-9FEF-07077F5692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3993" y="3621085"/>
            <a:ext cx="5404508" cy="2398715"/>
          </a:xfrm>
        </p:spPr>
        <p:txBody>
          <a:bodyPr/>
          <a:lstStyle>
            <a:lvl1pPr>
              <a:defRPr sz="1600">
                <a:solidFill>
                  <a:srgbClr val="042315"/>
                </a:solidFill>
              </a:defRPr>
            </a:lvl1pPr>
            <a:lvl2pPr>
              <a:defRPr sz="1600">
                <a:solidFill>
                  <a:srgbClr val="042315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 sz="1600">
                <a:solidFill>
                  <a:srgbClr val="042315"/>
                </a:solidFill>
              </a:defRPr>
            </a:lvl3pPr>
            <a:lvl4pPr>
              <a:defRPr sz="1600">
                <a:solidFill>
                  <a:srgbClr val="042315"/>
                </a:solidFill>
              </a:defRPr>
            </a:lvl4pPr>
            <a:lvl5pPr>
              <a:defRPr sz="16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12E93-42FE-600C-3009-D7504C6A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47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70976-FFAD-FF4D-88C0-372D1E35504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06526"/>
            <a:ext cx="4563627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16F41D2-B2DC-6149-9C04-C0436A0B5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655115"/>
            <a:ext cx="5410200" cy="35264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AAAA15-AAFD-3441-81B3-29C7FC7F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3E462E2-8F77-744A-9EA3-B06C21622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5CB77C58-1442-CD4F-B09A-E4C3C0A4BF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0323FFB-0571-EE48-AB6D-FD97A544B1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1683598"/>
            <a:ext cx="5867400" cy="3498002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8DB5FA-520B-76C3-F962-B67586118A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39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BF4555-FDB8-1741-8569-DDC432C60EC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28600" y="342900"/>
            <a:ext cx="5638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809A16B-1C7C-2047-87C8-57441110C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4103402"/>
            <a:ext cx="5638800" cy="13829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6910279-9442-8E4A-A6CD-DB04454EB18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324600" y="342900"/>
            <a:ext cx="2590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60A5AE-250D-4E49-B021-1C521BCDC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B66687D-5BC4-3E4E-A68A-2BDE83E23A8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367205" y="342900"/>
            <a:ext cx="2590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521467-5A4D-DC4C-8410-4F4BA6EC8F2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995" y="4103402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BCD9262-AFB5-7745-9C49-6EED75D3C68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80692" y="4103402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334840-2F42-35CA-6F2D-7165B8921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28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E6BBF2-7781-E343-B49D-D33BA3D396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0"/>
            <a:ext cx="609865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3519CA-86F6-E148-960A-96BA7CBB5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BF34B6-3693-EF41-9961-F50D8ABFD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077D9E05-0750-E841-960C-4644D2EF08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E84-FF3D-CA4E-A263-492C77082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2864"/>
            <a:ext cx="5638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2AC77-1937-766D-306F-7FAEBCE32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357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E6BBF2-7781-E343-B49D-D33BA3D396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0"/>
            <a:ext cx="609865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3519CA-86F6-E148-960A-96BA7CBB5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BF34B6-3693-EF41-9961-F50D8ABFD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077D9E05-0750-E841-960C-4644D2EF08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E84-FF3D-CA4E-A263-492C77082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2864"/>
            <a:ext cx="2590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5B3D50F-8A60-FE4D-B79F-87494D7256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76600" y="1522864"/>
            <a:ext cx="2590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A814B9-7AA2-B5BB-EF3C-FD87BDB31B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70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5/8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57A07E-BDA3-564B-83D2-65A079B34E0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72000" y="0"/>
            <a:ext cx="7620001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2B99E8-4214-D34A-9777-9881FE3AA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9C5ED5A-85E8-1949-97FD-576322280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13505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76AFAA7E-B539-7E4A-83D2-34621A7B4E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135281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C99E50-AF54-4A43-BD6F-CE5EA52E5A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7048"/>
            <a:ext cx="4135055" cy="4113767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754063" indent="-227013">
              <a:buFont typeface="Courier New" panose="02070309020205020404" pitchFamily="49" charset="0"/>
              <a:buChar char="o"/>
              <a:tabLst/>
              <a:defRPr sz="1400">
                <a:solidFill>
                  <a:srgbClr val="3D3C3C"/>
                </a:solidFill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E33CC6-9943-A301-7E6F-163CC5510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113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 3 column content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C5F26F-AEEA-3841-81A4-64DE570D963D}"/>
              </a:ext>
            </a:extLst>
          </p:cNvPr>
          <p:cNvSpPr/>
          <p:nvPr userDrawn="1"/>
        </p:nvSpPr>
        <p:spPr>
          <a:xfrm>
            <a:off x="9149394" y="4267200"/>
            <a:ext cx="3042606" cy="259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054A2-1BCE-2E4A-A6D2-31CE0DBB28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49394" y="0"/>
            <a:ext cx="3042606" cy="426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  <a:endParaRPr lang="en-MX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809A16B-1C7C-2047-87C8-57441110C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47302"/>
            <a:ext cx="5508625" cy="12579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dolor.</a:t>
            </a:r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246527-7CA0-5B4D-86E9-3A271DD75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558" y="6343600"/>
            <a:ext cx="730346" cy="2323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1CABF7-D828-314C-A892-4D805CF92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FD87D3C-216A-894E-A218-6C4DE93114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1" y="1527048"/>
            <a:ext cx="2590800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400">
                <a:solidFill>
                  <a:srgbClr val="3D3C3C"/>
                </a:solidFill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6635BF-3AE8-384B-B98F-BB5B2DD4AE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4304" y="1527048"/>
            <a:ext cx="2583096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8500" indent="-1714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1A47BF4-9246-BB41-A64D-AD21AD3825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31527" y="1527048"/>
            <a:ext cx="2590800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8500" indent="-1714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5C07C5-BF6D-7D9D-F69D-0CBB0F0496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24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Description w Icon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990099-A11A-7B43-8CA5-F3DF42BB6820}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5B41-3ECC-AC41-8E76-B63961BC4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24" y="1638801"/>
            <a:ext cx="4324740" cy="1795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 </a:t>
            </a:r>
            <a:br>
              <a:rPr lang="en-US"/>
            </a:br>
            <a:r>
              <a:rPr lang="en-US"/>
              <a:t>as a caption.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1EE4CC-B4BD-B042-93C4-EF60CFEA1FE0}"/>
              </a:ext>
            </a:extLst>
          </p:cNvPr>
          <p:cNvCxnSpPr>
            <a:cxnSpLocks/>
          </p:cNvCxnSpPr>
          <p:nvPr userDrawn="1"/>
        </p:nvCxnSpPr>
        <p:spPr>
          <a:xfrm>
            <a:off x="238822" y="3777624"/>
            <a:ext cx="4176964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1F9149-9238-0147-86CC-3A984442921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35392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E89F605-86BE-3943-B6E4-9EEC3BFB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5A1BCB11-7322-B848-A05D-16BBECC1589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86089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1FD34FF-14FE-3B40-A89F-A89FAB709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A43DDA07-B043-994B-A28E-DD4DD9ADAB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AC9B620-1A35-0B42-8618-D60039FB16A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4072486"/>
            <a:ext cx="4343400" cy="191745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EE1C422-C24F-8742-9C36-1A90C06E649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BBE1A8C-EED0-2D44-85EB-62036724B4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C8D20D-0E6A-FF89-8A6C-5D699D43A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47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ections Content Spring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9586EBE-3DF0-4A48-9605-33B0222C81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3531004"/>
            <a:ext cx="4343163" cy="2253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EB15DC8-43BC-BE49-B6EF-CCEAB5A7B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874293"/>
            <a:ext cx="4343163" cy="2145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663F8-A1AE-2C4B-9A48-4DC0DDE9DDC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3D4230-D22E-2F44-A0BD-23E529977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6747"/>
            <a:ext cx="4343164" cy="19866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B9FD7A-B5E1-4141-8848-C6EABDA80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9B553B-0E15-8547-8BE4-242A40F75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D453A100-A460-8F49-926F-6E6645E187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80175B-880D-EE4E-85E9-D291C5BA9A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1521303"/>
            <a:ext cx="5641840" cy="449849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2C34D7-4CB8-89E6-D9DC-B88E62A71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61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Quote and Sections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84B-51AC-494E-8940-2F1049D5012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EB15A68-363E-E442-BC4A-CFBD8A5D5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6610" y="1327879"/>
            <a:ext cx="4345390" cy="21011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2D6046-4BD5-8C4A-9B3B-5F06C6EF00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600" y="1327879"/>
            <a:ext cx="5638800" cy="1241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quote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F924156-E1B8-B14F-A963-69768B30C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8357" y="2781791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C8248D5-28FE-934C-AB72-DC1094D972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782669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95519BA-330B-9E41-B885-10800C63F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8357" y="4529819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B0895CA-2CD0-584E-B737-18E1D07B6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72599" y="4529818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765CF9B-370B-9F4D-9F16-B74047BC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9F8AB1-17E0-7745-B279-1FD45BB447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4600" y="3111500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042315"/>
                </a:solidFill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926D91-B149-C449-A782-3F62F1F22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5297" y="3111500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E946066-00A4-E041-845C-485A22A5B1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0" y="4863426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C6A6BF6-E451-BA41-A840-E12653E2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5297" y="4863426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E94D75FA-3AE9-FC4C-A49E-066D99CE4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A5BB4E20-DF6B-C747-B076-731C7445A34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3E6FB-452B-269A-52A8-C6C2B2122C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08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Description w Icon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990099-A11A-7B43-8CA5-F3DF42BB6820}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rgbClr val="3D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5B41-3ECC-AC41-8E76-B63961BC4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24" y="1638801"/>
            <a:ext cx="4324740" cy="1795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 </a:t>
            </a:r>
            <a:br>
              <a:rPr lang="en-US"/>
            </a:br>
            <a:r>
              <a:rPr lang="en-US"/>
              <a:t>as a caption.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1EE4CC-B4BD-B042-93C4-EF60CFEA1FE0}"/>
              </a:ext>
            </a:extLst>
          </p:cNvPr>
          <p:cNvCxnSpPr>
            <a:cxnSpLocks/>
          </p:cNvCxnSpPr>
          <p:nvPr userDrawn="1"/>
        </p:nvCxnSpPr>
        <p:spPr>
          <a:xfrm>
            <a:off x="238822" y="3777624"/>
            <a:ext cx="4176964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1F9149-9238-0147-86CC-3A984442921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35392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E89F605-86BE-3943-B6E4-9EEC3BFB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5A1BCB11-7322-B848-A05D-16BBECC1589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86089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1FD34FF-14FE-3B40-A89F-A89FAB709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A43DDA07-B043-994B-A28E-DD4DD9ADAB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AC9B620-1A35-0B42-8618-D60039FB16A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4072486"/>
            <a:ext cx="4343400" cy="191745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 marL="800100" indent="-285750">
              <a:defRPr lang="en-US" sz="16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EE1C422-C24F-8742-9C36-1A90C06E649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BBE1A8C-EED0-2D44-85EB-62036724B4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6900B-2378-1876-9B3E-58963FCC23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08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ections Content Spring Green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9586EBE-3DF0-4A48-9605-33B0222C81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3531004"/>
            <a:ext cx="4343163" cy="2253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EB15DC8-43BC-BE49-B6EF-CCEAB5A7B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874293"/>
            <a:ext cx="4343163" cy="2145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663F8-A1AE-2C4B-9A48-4DC0DDE9DDC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3D4230-D22E-2F44-A0BD-23E529977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6747"/>
            <a:ext cx="4343164" cy="19866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B9FD7A-B5E1-4141-8848-C6EABDA80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9B553B-0E15-8547-8BE4-242A40F75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D453A100-A460-8F49-926F-6E6645E187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80175B-880D-EE4E-85E9-D291C5BA9A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1521303"/>
            <a:ext cx="5641840" cy="449849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734C48-E6EA-30CE-1CF0-BB62021986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0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 Quote and Sections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84B-51AC-494E-8940-2F1049D5012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Arial" panose="020B060402020202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EB15A68-363E-E442-BC4A-CFBD8A5D5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6610" y="1327879"/>
            <a:ext cx="4345390" cy="21011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2D6046-4BD5-8C4A-9B3B-5F06C6EF00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600" y="1327879"/>
            <a:ext cx="5638800" cy="1241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quote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F924156-E1B8-B14F-A963-69768B30C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8357" y="2781791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C8248D5-28FE-934C-AB72-DC1094D972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782669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95519BA-330B-9E41-B885-10800C63F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8357" y="4529819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B0895CA-2CD0-584E-B737-18E1D07B6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72599" y="4529818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765CF9B-370B-9F4D-9F16-B74047BC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9F8AB1-17E0-7745-B279-1FD45BB447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4600" y="3111500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926D91-B149-C449-A782-3F62F1F22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5297" y="3111500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E946066-00A4-E041-845C-485A22A5B1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0" y="4863426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C6A6BF6-E451-BA41-A840-E12653E2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5297" y="4863426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78AB207-C065-1044-8FC3-FC2B3B849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66131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01F606AC-C408-FB45-A037-89CBCC5F5C8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05999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7CF0E-1B8E-5582-3480-A7D3162668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68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5B7000-1525-9D40-B881-051F187F6406}"/>
              </a:ext>
            </a:extLst>
          </p:cNvPr>
          <p:cNvSpPr/>
          <p:nvPr userDrawn="1"/>
        </p:nvSpPr>
        <p:spPr>
          <a:xfrm>
            <a:off x="9143999" y="0"/>
            <a:ext cx="3048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73A9760-9DB0-3E44-BA65-46626A8F90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34188"/>
            <a:ext cx="4114799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accent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C910DDF-AB17-C149-9180-790A86F06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11CD3D8-86B6-9E42-A92C-E3853CE7DE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943101"/>
            <a:ext cx="4114800" cy="40767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019070F-D07D-5A43-82D3-8B5D5C73380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00600" y="1943101"/>
            <a:ext cx="4114800" cy="40767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C7D98CE-AED7-0044-B0AC-A73C2D22EE3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380692" y="1943101"/>
            <a:ext cx="2582708" cy="40767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AA48CA4-03D3-41D1-985F-8A6131B22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8686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3" name="Text Placeholder 57">
            <a:extLst>
              <a:ext uri="{FF2B5EF4-FFF2-40B4-BE49-F238E27FC236}">
                <a16:creationId xmlns:a16="http://schemas.microsoft.com/office/drawing/2014/main" id="{7661925A-A314-4EC5-8001-2296B870FF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599" y="714025"/>
            <a:ext cx="8686799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AB656-47BB-7294-3232-458F00F1B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5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pos="2736" userDrawn="1">
          <p15:clr>
            <a:srgbClr val="FBAE40"/>
          </p15:clr>
        </p15:guide>
        <p15:guide id="3" orient="horz" pos="1224" userDrawn="1">
          <p15:clr>
            <a:srgbClr val="FBAE40"/>
          </p15:clr>
        </p15:guide>
        <p15:guide id="4" orient="horz" pos="936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D533621A-3B50-3E49-95CE-6E76D52402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0" y="1"/>
            <a:ext cx="3048000" cy="3429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5B7000-1525-9D40-B881-051F187F6406}"/>
              </a:ext>
            </a:extLst>
          </p:cNvPr>
          <p:cNvSpPr/>
          <p:nvPr userDrawn="1"/>
        </p:nvSpPr>
        <p:spPr>
          <a:xfrm>
            <a:off x="9143999" y="3429000"/>
            <a:ext cx="3048001" cy="342900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5BC7E2B-E8DF-C94A-9A1E-99A4EE5AF6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34188"/>
            <a:ext cx="4114799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accent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A35FC36-AD3B-B148-B5B0-DCBA6ADED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67E2EE-40BC-864B-BC29-94AE865A6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8686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554CA73C-F0CA-3D41-9DD0-B5C1C818FF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8687272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0A8EF-09BD-DE42-8C97-9E987936F9F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943101"/>
            <a:ext cx="4114800" cy="4076700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EF47F6-FA94-AD4B-ACE1-9B449C9BF43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00600" y="1943101"/>
            <a:ext cx="4114800" cy="4076700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604CB-A0CF-BD1D-E9EC-206CA3058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7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pos="2736" userDrawn="1">
          <p15:clr>
            <a:srgbClr val="FBAE40"/>
          </p15:clr>
        </p15:guide>
        <p15:guide id="3" orient="horz" pos="936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Conten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B7933-C5EF-5346-A1EA-62BC3520BDE6}"/>
              </a:ext>
            </a:extLst>
          </p:cNvPr>
          <p:cNvSpPr/>
          <p:nvPr userDrawn="1"/>
        </p:nvSpPr>
        <p:spPr>
          <a:xfrm>
            <a:off x="0" y="0"/>
            <a:ext cx="3048000" cy="6879102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276599" y="342900"/>
            <a:ext cx="4225049" cy="1904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AED7C1-57C7-EB42-B60B-97603D067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33EFBCC-431C-6443-AA33-6CFDC8F1C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05D81803-BCDE-3B4B-A55B-F229C7C660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2819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66EC57E-ED10-0940-9F4F-D9F535242F8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2590800" cy="363770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DC05E58-74B0-0247-AC01-1C047754F4F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30246" y="347005"/>
            <a:ext cx="4241586" cy="1896191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0ABA2B2D-70FB-2747-9758-85261B5F99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7730245" y="2479236"/>
            <a:ext cx="4241587" cy="18961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2ACC1EC-9F0D-5943-8F6A-19905B79075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76599" y="2479236"/>
            <a:ext cx="4225045" cy="1896191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5734C4E-11C3-B746-885D-E15253270F1A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276600" y="4607363"/>
            <a:ext cx="4225044" cy="19204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E17520F-6514-EF42-BCF3-3CAD8D25420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30243" y="4611468"/>
            <a:ext cx="4241589" cy="1912200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3BEE50-5F44-B3D5-8C90-13FE2A32A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2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BF4555-FDB8-1741-8569-DDC432C60EC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0" y="4914900"/>
            <a:ext cx="12192000" cy="1943100"/>
          </a:xfrm>
          <a:prstGeom prst="rect">
            <a:avLst/>
          </a:prstGeom>
          <a:solidFill>
            <a:srgbClr val="042315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1DD7824-BD13-0D43-8CDD-B13D91F59E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3080" y="1580875"/>
            <a:ext cx="2646319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D07870-6C96-0749-B784-2EFB8AF86FC0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3222833" y="1580875"/>
            <a:ext cx="2636473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A202486-4E9E-FA41-9537-4D521D495572}"/>
              </a:ext>
            </a:extLst>
          </p:cNvPr>
          <p:cNvSpPr>
            <a:spLocks noGrp="1"/>
          </p:cNvSpPr>
          <p:nvPr>
            <p:ph idx="43" hasCustomPrompt="1"/>
          </p:nvPr>
        </p:nvSpPr>
        <p:spPr>
          <a:xfrm>
            <a:off x="6277913" y="1580875"/>
            <a:ext cx="2629391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814DDA-CE33-D74D-8B34-C7E82FD5DB0F}"/>
              </a:ext>
            </a:extLst>
          </p:cNvPr>
          <p:cNvSpPr>
            <a:spLocks noGrp="1"/>
          </p:cNvSpPr>
          <p:nvPr>
            <p:ph idx="45" hasCustomPrompt="1"/>
          </p:nvPr>
        </p:nvSpPr>
        <p:spPr>
          <a:xfrm>
            <a:off x="9322100" y="1580875"/>
            <a:ext cx="2649392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326253-BCC0-B54A-BB89-CEA446CC4AE5}"/>
              </a:ext>
            </a:extLst>
          </p:cNvPr>
          <p:cNvCxnSpPr>
            <a:cxnSpLocks/>
          </p:cNvCxnSpPr>
          <p:nvPr userDrawn="1"/>
        </p:nvCxnSpPr>
        <p:spPr>
          <a:xfrm>
            <a:off x="3048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C22D75-6CA2-8C4F-8DBD-939B876FA9F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25290A-61F5-A24D-930E-A6DEBD4074B2}"/>
              </a:ext>
            </a:extLst>
          </p:cNvPr>
          <p:cNvCxnSpPr>
            <a:cxnSpLocks/>
          </p:cNvCxnSpPr>
          <p:nvPr userDrawn="1"/>
        </p:nvCxnSpPr>
        <p:spPr>
          <a:xfrm>
            <a:off x="9144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9E95EB3-CE74-1D47-8882-CECC764A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F50FBBC0-187B-3045-B1FA-8D3B9FA412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081E1690-AC6B-5C4B-B272-1CB1DF1EF62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3B6147C3-A7AC-C345-8158-DB04F8A9A3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CA8F4E4-21FF-3647-91D3-D364BA34E17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09D900E-8279-514E-85B7-1FE999893C6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5983D252-EBCF-4044-AD35-ED92FC4A81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718DCB-A108-105D-C431-CEA8398A1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40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Icon Lay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CF9618-9267-2348-BF4F-29AC15DD8C77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B726F07-4F06-3D41-BCD9-7EF1FEC1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5F3A209-F7B5-B342-A7C7-36235F4B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30038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4C045D8E-03A8-8849-A250-8432BCFB99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864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54D9701-B3F9-A644-8A44-320EA67A7F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2590800" cy="3637703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F339EAA-15D9-414A-9F7F-D7E057F067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80203" y="2566524"/>
            <a:ext cx="2540788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082F470-458B-B34A-B8B9-B570D23EC1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26854" y="2566524"/>
            <a:ext cx="2544834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98D4E62-3DC9-7D44-AD7A-1781F255E6B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80203" y="5155975"/>
            <a:ext cx="2540788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B3EFCC4-5FC2-654B-981B-03BE481BAA9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26854" y="5155975"/>
            <a:ext cx="2544834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69D77-6DDD-D242-ADD5-95CE612F0128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572000" y="876300"/>
            <a:ext cx="1524000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51D57A5-E63F-804E-931C-2733A7925148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7619999" y="876300"/>
            <a:ext cx="1526427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8F05831-170C-B84C-BB32-E72C54C9FD28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572000" y="3506211"/>
            <a:ext cx="1524000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1B459C8-66F6-334F-9830-45D99BE838E6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7619999" y="3506211"/>
            <a:ext cx="1526427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0CA21-B11D-ECD2-7920-06EDA7264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055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Chart w Imag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102A00-847B-B048-9312-C9DCAE7F563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B726F07-4F06-3D41-BCD9-7EF1FEC1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5F3A209-F7B5-B342-A7C7-36235F4B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81780"/>
            <a:ext cx="5638801" cy="65802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caption or quote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A51D8F-74DC-8647-90D4-F17C675F8BD7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6465888" y="371475"/>
            <a:ext cx="5505450" cy="5754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ADD CHART HERE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4897332F-5292-6241-B79B-1C8D4B6403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864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B4ED1B-C51F-C64E-A206-858E2596E7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5638800" cy="3637703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1pPr>
            <a:lvl2pPr marL="288925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2pPr>
            <a:lvl3pPr marL="527050" indent="0">
              <a:buClr>
                <a:schemeClr val="bg1"/>
              </a:buClr>
              <a:buFontTx/>
              <a:buNone/>
              <a:tabLst/>
              <a:defRPr sz="1200">
                <a:solidFill>
                  <a:schemeClr val="bg1"/>
                </a:solidFill>
              </a:defRPr>
            </a:lvl3pPr>
            <a:lvl4pPr marL="741363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4pPr>
            <a:lvl5pPr marL="1042987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47491D-6EE4-0280-449F-E7303DECD2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17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Icons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870B24-0DC1-6F49-BBFC-0E81923751D2}"/>
              </a:ext>
            </a:extLst>
          </p:cNvPr>
          <p:cNvSpPr/>
          <p:nvPr userDrawn="1"/>
        </p:nvSpPr>
        <p:spPr>
          <a:xfrm>
            <a:off x="6093612" y="0"/>
            <a:ext cx="3050388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12CDE-A829-4449-AB06-658316745F6A}"/>
              </a:ext>
            </a:extLst>
          </p:cNvPr>
          <p:cNvSpPr/>
          <p:nvPr userDrawn="1"/>
        </p:nvSpPr>
        <p:spPr>
          <a:xfrm>
            <a:off x="1" y="0"/>
            <a:ext cx="3050388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E6E9ED7-CE8B-DA48-86F3-1D34203D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5C11761-C1D0-FD45-AC79-71641D4D5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2821636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DDDEE1BD-C0BD-D34A-98F1-DFA5B7561B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2821789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48B0F41E-B8A6-554F-9791-EFEE29A1B57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28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2C0D7F61-83A3-9A4C-B808-82ECDF5F6234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276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68797393-7089-8246-8E6B-9C691D9E814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24600" y="1263328"/>
            <a:ext cx="1872632" cy="17152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BDBF6EDA-CB83-144B-84E9-B6DA6CFBDBF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381035" y="1270365"/>
            <a:ext cx="1872047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6A01146-6CEE-454C-86E0-79564E0A45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8BA9884-E94D-354D-AF51-8C4AC3E5E45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28739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7E36DB-49F0-CE41-A792-DC6FC1181DD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32999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C04423A-19C1-994E-A97A-17205ACBAEB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8103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B579AE-6410-8F0B-0B3D-BE9EDE8FE7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6523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870B24-0DC1-6F49-BBFC-0E81923751D2}"/>
              </a:ext>
            </a:extLst>
          </p:cNvPr>
          <p:cNvSpPr/>
          <p:nvPr userDrawn="1"/>
        </p:nvSpPr>
        <p:spPr>
          <a:xfrm>
            <a:off x="6093611" y="0"/>
            <a:ext cx="30480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12CDE-A829-4449-AB06-658316745F6A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8" name="Picture Placeholder 7">
            <a:extLst>
              <a:ext uri="{FF2B5EF4-FFF2-40B4-BE49-F238E27FC236}">
                <a16:creationId xmlns:a16="http://schemas.microsoft.com/office/drawing/2014/main" id="{514A8316-B0F0-E64C-A005-F00E6DA717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28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59" name="Picture Placeholder 7">
            <a:extLst>
              <a:ext uri="{FF2B5EF4-FFF2-40B4-BE49-F238E27FC236}">
                <a16:creationId xmlns:a16="http://schemas.microsoft.com/office/drawing/2014/main" id="{750311B1-E416-7646-B8BF-DF3C53F6A2D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6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60" name="Picture Placeholder 7">
            <a:extLst>
              <a:ext uri="{FF2B5EF4-FFF2-40B4-BE49-F238E27FC236}">
                <a16:creationId xmlns:a16="http://schemas.microsoft.com/office/drawing/2014/main" id="{17E006E3-4291-4049-AD93-B5278AF31AD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24600" y="1263328"/>
            <a:ext cx="1872632" cy="17152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61" name="Picture Placeholder 7">
            <a:extLst>
              <a:ext uri="{FF2B5EF4-FFF2-40B4-BE49-F238E27FC236}">
                <a16:creationId xmlns:a16="http://schemas.microsoft.com/office/drawing/2014/main" id="{A4BC3B16-ACE1-104A-8B2D-FE828E65AF7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81035" y="1270365"/>
            <a:ext cx="1872047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5A5C78B-D28F-5D41-8FEE-ECEB00452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C62E2FA-474D-F54A-B505-395B993AB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24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8" name="Text Placeholder 57">
            <a:extLst>
              <a:ext uri="{FF2B5EF4-FFF2-40B4-BE49-F238E27FC236}">
                <a16:creationId xmlns:a16="http://schemas.microsoft.com/office/drawing/2014/main" id="{526CF53C-689A-294D-947F-C20332A6D6E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2819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578A9E8-7662-D44E-88D0-D10124D0B10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390166D-9663-AA42-BBFA-258771F1F0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29AD3E3-4375-D04F-AB3B-7EB9F42B65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5E4EDD6-9F53-254B-948E-B849AA85100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103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536040-934E-8212-FC4C-155734799F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688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C9DFC84E-FA9E-F842-B8A0-3F47FB47FC4C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096000" y="495300"/>
            <a:ext cx="5867400" cy="59054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PIE CHART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9CCAB3E-BAC6-1241-B951-C30FC038FA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3632"/>
            <a:ext cx="4343164" cy="2105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159D05-25FE-E542-9360-CAC0772D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41C0787-5E53-2F41-BBC9-8BEE0618F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963E82A3-4B6A-BC48-8272-63030B15170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8C7F6A-D8A4-992E-7D7C-A9D64ED0D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3706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C27F7F1D-5819-234C-BE8D-F846B9D0BFDC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228599" y="1711521"/>
            <a:ext cx="2595335" cy="22940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4" name="Chart Placeholder 6">
            <a:extLst>
              <a:ext uri="{FF2B5EF4-FFF2-40B4-BE49-F238E27FC236}">
                <a16:creationId xmlns:a16="http://schemas.microsoft.com/office/drawing/2014/main" id="{22C00934-DE81-9D4F-B3D1-D3A5B7ADC6E9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3284993" y="1711522"/>
            <a:ext cx="2589484" cy="229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6" name="Chart Placeholder 6">
            <a:extLst>
              <a:ext uri="{FF2B5EF4-FFF2-40B4-BE49-F238E27FC236}">
                <a16:creationId xmlns:a16="http://schemas.microsoft.com/office/drawing/2014/main" id="{12EF8ABA-27C6-994A-A725-2D1F1E3C8DE4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6330181" y="1714500"/>
            <a:ext cx="2590848" cy="22917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8439C5E2-126A-564E-A99D-172D1FA225D3}"/>
              </a:ext>
            </a:extLst>
          </p:cNvPr>
          <p:cNvSpPr>
            <a:spLocks noGrp="1"/>
          </p:cNvSpPr>
          <p:nvPr>
            <p:ph type="chart" sz="quarter" idx="35" hasCustomPrompt="1"/>
          </p:nvPr>
        </p:nvSpPr>
        <p:spPr>
          <a:xfrm>
            <a:off x="9381890" y="1711296"/>
            <a:ext cx="2595065" cy="22917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FA3F480-FA67-2844-910B-8F8B94D6A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C0C82F-EBCB-1845-9AE0-442714C90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5" name="Text Placeholder 57">
            <a:extLst>
              <a:ext uri="{FF2B5EF4-FFF2-40B4-BE49-F238E27FC236}">
                <a16:creationId xmlns:a16="http://schemas.microsoft.com/office/drawing/2014/main" id="{77AF6F60-273D-034D-9770-DBBC2D3B40D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5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4F34E55-2528-0F47-9D93-3D0A7C381B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68B7E4F-0121-0F47-B328-04659EC7D47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12D380E-4278-7745-84E6-86D45BE79C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294AAB9-98B9-D34E-9669-E3C6FD13AEC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31A8C-2D91-F1F7-7837-EC8EEDD90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723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Icons Coll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D533621A-3B50-3E49-95CE-6E76D52402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1" y="1"/>
            <a:ext cx="3039908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28602" y="1453572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1C3320EC-C702-784B-966E-56589D00522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276601" y="1488209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404D43E-76A6-4948-9A3B-149BCDDC8C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324600" y="1485900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72FB2A4E-1B5D-FF46-A012-D1DF01E2470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8602" y="3693062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B0DC0B18-D14B-A540-91A5-DB1C9ED122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276601" y="3727699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CD67EB63-28F4-E040-9A84-8011CD7C8FE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324600" y="3725390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86868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7" name="Text Placeholder 57">
            <a:extLst>
              <a:ext uri="{FF2B5EF4-FFF2-40B4-BE49-F238E27FC236}">
                <a16:creationId xmlns:a16="http://schemas.microsoft.com/office/drawing/2014/main" id="{84B35694-6A50-2E4B-A859-D0BD696C808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868727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2" y="2298081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6601" y="2332718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4600" y="2330409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tabLst/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79B734D-A981-F249-B5AD-DD37EA9B21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2" y="4533506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9CFCA-B445-8D46-AEAE-3AF6051D7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276601" y="4568143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60FF828-F1B0-E946-9A7C-82E0A6FCCE4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600" y="4565834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0CD906-D759-AD4D-84A1-E50432019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68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Rows + Number Icons Cloud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7381A-FB30-D746-B9AF-A57A9F25DEA9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096000" y="0"/>
            <a:ext cx="6096000" cy="685323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E6E9ED7-CE8B-DA48-86F3-1D34203D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5C11761-C1D0-FD45-AC79-71641D4D5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DDDEE1BD-C0BD-D34A-98F1-DFA5B7561B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10439965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31BCF95-4828-C34E-A775-48934DDA85D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97069" y="1570594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1C685EA-27B7-5943-AD52-5E9D250433B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91674" y="3295366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DC45F44-6CD8-7B49-A629-42720605F70A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228600" y="1553062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BA7945-0BE1-214C-B256-608506718208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228600" y="3268571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DB46209-9729-4840-B4ED-8C84D053EFC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91674" y="5035153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28650" indent="-163513">
              <a:tabLst/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423BFE5-BAFD-CA41-A643-BCE6075A4485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228600" y="5008358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2AD82E-B149-723E-0AF7-6B9D1D430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730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Icons List 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275642" y="1457036"/>
            <a:ext cx="912044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1C3320EC-C702-784B-966E-56589D00522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27091" y="1457036"/>
            <a:ext cx="91204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404D43E-76A6-4948-9A3B-149BCDDC8C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379614" y="1457036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72FB2A4E-1B5D-FF46-A012-D1DF01E2470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275642" y="3727596"/>
            <a:ext cx="912044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B0DC0B18-D14B-A540-91A5-DB1C9ED122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327091" y="3727596"/>
            <a:ext cx="91204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CD67EB63-28F4-E040-9A84-8011CD7C8FE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79614" y="3727596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25908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6599" y="2292309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4600" y="2292309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9614" y="2292309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79B734D-A981-F249-B5AD-DD37EA9B21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76599" y="4565834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9CFCA-B445-8D46-AEAE-3AF6051D7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24600" y="4565834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60FF828-F1B0-E946-9A7C-82E0A6FCCE4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79614" y="4565834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84707C-DD76-403C-8AF4-6C761F23CD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75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icons number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7" name="Text Placeholder 57">
            <a:extLst>
              <a:ext uri="{FF2B5EF4-FFF2-40B4-BE49-F238E27FC236}">
                <a16:creationId xmlns:a16="http://schemas.microsoft.com/office/drawing/2014/main" id="{84B35694-6A50-2E4B-A859-D0BD696C808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660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652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260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EB27A4-334A-A14E-ABCB-FF0FE4C45437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276599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DC4447-B143-E64A-B37F-4CA9ECB1087D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6326520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40A1C0-99AC-9E4D-A44D-319D057C0A4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9369073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2C66027-8C58-2E48-AF9C-F509505FA3B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276600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C59EC9-E651-6C4B-B488-6E5FFEAB7E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326520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E24D388-4045-7548-AF64-526E9A4406E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73643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B4BC5-C2BB-A3DC-A6B8-3F56E075E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76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3700A0-29DE-834A-B6C2-E3D4696E5D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28600" y="171450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FB033EB2-943A-4B45-BCB7-8F690C8C2FA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76603" y="1714500"/>
            <a:ext cx="2590792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0A8E385F-9F3A-F34C-B402-8E3D0FAF651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24598" y="171457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F3F9DA77-6808-2944-8C0A-444E071E459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372600" y="171450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B2B820F6-126F-8149-B82A-8DD59FF745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449747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6ABDDB77-D01D-2D45-AB6A-133D17B19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482280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FF1B4342-A191-6046-A5F0-BFF28F19A6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6603" y="4497479"/>
            <a:ext cx="2590792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B1600CC4-0E13-0843-97B2-BA2085875C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6603" y="4822803"/>
            <a:ext cx="2590792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5E8E0B01-55EB-4048-BB54-664B94BD7B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598" y="449754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BC7BECD0-75FF-3042-BDE3-94019E61C0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24598" y="482287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8A6F00F2-D50A-574E-A221-C293AC5D8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2600" y="449747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3" name="Text Placeholder 57">
            <a:extLst>
              <a:ext uri="{FF2B5EF4-FFF2-40B4-BE49-F238E27FC236}">
                <a16:creationId xmlns:a16="http://schemas.microsoft.com/office/drawing/2014/main" id="{E8139806-FAC2-774B-8754-D3B9129FDC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72600" y="482280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0B36663A-F467-DB43-B684-1727EE9E4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D3CF3FA-A4EE-3A4E-94C5-46B3773C1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9BC898E2-BCBF-4446-BABF-861D604C679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3A9CA1-74CC-30CE-3AC1-58A03188B4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281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-8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3700A0-29DE-834A-B6C2-E3D4696E5D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33819" y="1714499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FB033EB2-943A-4B45-BCB7-8F690C8C2FA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19400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0A8E385F-9F3A-F34C-B402-8E3D0FAF651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575437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F3F9DA77-6808-2944-8C0A-444E071E459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627572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B2B820F6-126F-8149-B82A-8DD59FF745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3820" y="3395323"/>
            <a:ext cx="1512000" cy="2771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6ABDDB77-D01D-2D45-AB6A-133D17B19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3820" y="3734391"/>
            <a:ext cx="1512000" cy="2323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FF1B4342-A191-6046-A5F0-BFF28F19A6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19413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B1600CC4-0E13-0843-97B2-BA2085875C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19413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5E8E0B01-55EB-4048-BB54-664B94BD7B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5438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BC7BECD0-75FF-3042-BDE3-94019E61C0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5438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8A6F00F2-D50A-574E-A221-C293AC5D8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27560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3" name="Text Placeholder 57">
            <a:extLst>
              <a:ext uri="{FF2B5EF4-FFF2-40B4-BE49-F238E27FC236}">
                <a16:creationId xmlns:a16="http://schemas.microsoft.com/office/drawing/2014/main" id="{E8139806-FAC2-774B-8754-D3B9129FDC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27560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48" name="Picture Placeholder 5">
            <a:extLst>
              <a:ext uri="{FF2B5EF4-FFF2-40B4-BE49-F238E27FC236}">
                <a16:creationId xmlns:a16="http://schemas.microsoft.com/office/drawing/2014/main" id="{6A8C7DF1-F337-EC49-B05B-13C6FB2E93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68761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49" name="Text Placeholder 57">
            <a:extLst>
              <a:ext uri="{FF2B5EF4-FFF2-40B4-BE49-F238E27FC236}">
                <a16:creationId xmlns:a16="http://schemas.microsoft.com/office/drawing/2014/main" id="{72914EC1-F551-494C-AB2B-F015EEF053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68775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0" name="Text Placeholder 57">
            <a:extLst>
              <a:ext uri="{FF2B5EF4-FFF2-40B4-BE49-F238E27FC236}">
                <a16:creationId xmlns:a16="http://schemas.microsoft.com/office/drawing/2014/main" id="{CCFFABBE-6F7E-E64A-9FA8-9B23B70A1D7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68775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1" name="Picture Placeholder 5">
            <a:extLst>
              <a:ext uri="{FF2B5EF4-FFF2-40B4-BE49-F238E27FC236}">
                <a16:creationId xmlns:a16="http://schemas.microsoft.com/office/drawing/2014/main" id="{EC564B29-DBC8-B145-A90E-D7D31E17F1A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819400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2" name="Picture Placeholder 5">
            <a:extLst>
              <a:ext uri="{FF2B5EF4-FFF2-40B4-BE49-F238E27FC236}">
                <a16:creationId xmlns:a16="http://schemas.microsoft.com/office/drawing/2014/main" id="{5CBBEB45-0860-9C48-AAFB-DA5D97E359D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572000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3" name="Picture Placeholder 5">
            <a:extLst>
              <a:ext uri="{FF2B5EF4-FFF2-40B4-BE49-F238E27FC236}">
                <a16:creationId xmlns:a16="http://schemas.microsoft.com/office/drawing/2014/main" id="{5E3A23D0-9830-8048-8B42-F3CA6015608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619999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4" name="Text Placeholder 57">
            <a:extLst>
              <a:ext uri="{FF2B5EF4-FFF2-40B4-BE49-F238E27FC236}">
                <a16:creationId xmlns:a16="http://schemas.microsoft.com/office/drawing/2014/main" id="{76ACB4EF-278F-E541-939B-B6B3CC5C4B5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15987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5" name="Text Placeholder 57">
            <a:extLst>
              <a:ext uri="{FF2B5EF4-FFF2-40B4-BE49-F238E27FC236}">
                <a16:creationId xmlns:a16="http://schemas.microsoft.com/office/drawing/2014/main" id="{CE0EAFE2-1B77-834B-80F8-5BFA0E7621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15987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6" name="Text Placeholder 57">
            <a:extLst>
              <a:ext uri="{FF2B5EF4-FFF2-40B4-BE49-F238E27FC236}">
                <a16:creationId xmlns:a16="http://schemas.microsoft.com/office/drawing/2014/main" id="{CF17D70D-4BB0-4347-B562-FFF0B31BD3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7" name="Text Placeholder 57">
            <a:extLst>
              <a:ext uri="{FF2B5EF4-FFF2-40B4-BE49-F238E27FC236}">
                <a16:creationId xmlns:a16="http://schemas.microsoft.com/office/drawing/2014/main" id="{1D4F9C0D-1795-924F-8193-D71FF118474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2000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71A7BF9A-B896-0448-889A-ADCA45DC590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20013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C61426B2-4DDC-E948-AB1D-24296D6D19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20013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A9BC06C-D2E7-6D48-8415-2205C0DC8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26779BA8-C97F-874A-8BBE-7ACBBB268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9B4AF5FC-3E30-3C49-AFCF-90344C8AAF7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C216E6-B03C-D559-A95A-7195EB2DD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32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F542D8-F4D5-2F4C-AA85-3E9B98B22018}"/>
              </a:ext>
            </a:extLst>
          </p:cNvPr>
          <p:cNvSpPr/>
          <p:nvPr userDrawn="1"/>
        </p:nvSpPr>
        <p:spPr>
          <a:xfrm>
            <a:off x="0" y="2373330"/>
            <a:ext cx="12192000" cy="45067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7FFDD16-D6AF-F546-AFFB-F1DFB952EE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600" y="1580455"/>
            <a:ext cx="5638800" cy="479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consequent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9A1B2B-D46E-AA4D-9668-3E8D9A2A0138}"/>
              </a:ext>
            </a:extLst>
          </p:cNvPr>
          <p:cNvCxnSpPr>
            <a:cxnSpLocks/>
          </p:cNvCxnSpPr>
          <p:nvPr userDrawn="1"/>
        </p:nvCxnSpPr>
        <p:spPr>
          <a:xfrm>
            <a:off x="371475" y="4238090"/>
            <a:ext cx="11423256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A4D290C-BEF9-874F-8BBF-1DDB874CC3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4306" y="4562153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E3CBA1F-D75D-DD44-9FC9-83187D25CF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990" y="4567814"/>
            <a:ext cx="1214111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DB25DF3-BBB5-1641-9E31-8ABDBD451F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2475" y="2944525"/>
            <a:ext cx="1299289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FC6793A-E990-1242-BCCE-2EF1D5D853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599" y="2944525"/>
            <a:ext cx="1303205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9CCE9A66-E750-8148-9DDB-9D91DE72E2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990" y="3299800"/>
            <a:ext cx="1214111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2018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C3FE4973-4952-3349-805B-3FA1455D48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4306" y="3299800"/>
            <a:ext cx="1285694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2020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2EC41A7F-860C-CC4C-B213-895AA10E45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2475" y="4562154"/>
            <a:ext cx="1299525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2019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EAC04860-BBA9-2A4B-AC04-7428C5D389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72600" y="4562153"/>
            <a:ext cx="1295400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2021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1245DC1-45B0-8541-930E-EFEA19590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DCF0456-889B-074D-AE66-E88CFF94C6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544D3FE-C889-BD43-88F4-BC1179588C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8BF525-2ADC-D5DB-87CE-06155E6A47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72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F542D8-F4D5-2F4C-AA85-3E9B98B22018}"/>
              </a:ext>
            </a:extLst>
          </p:cNvPr>
          <p:cNvSpPr/>
          <p:nvPr userDrawn="1"/>
        </p:nvSpPr>
        <p:spPr>
          <a:xfrm>
            <a:off x="0" y="2373330"/>
            <a:ext cx="12192000" cy="4506786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9A1B2B-D46E-AA4D-9668-3E8D9A2A0138}"/>
              </a:ext>
            </a:extLst>
          </p:cNvPr>
          <p:cNvCxnSpPr>
            <a:cxnSpLocks/>
          </p:cNvCxnSpPr>
          <p:nvPr userDrawn="1"/>
        </p:nvCxnSpPr>
        <p:spPr>
          <a:xfrm>
            <a:off x="371475" y="4238090"/>
            <a:ext cx="11423256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F4F25738-2311-D740-B2C6-BE1CD071D2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4306" y="4562153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1554AD8-46DA-5949-B9F4-86A6FE74E8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990" y="4567814"/>
            <a:ext cx="1214111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56EA88FE-AAA6-7A4A-AD45-A304903C51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6600" y="2944525"/>
            <a:ext cx="129516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4893F28-3E47-1B42-A0F2-3648AC2894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944525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6468B048-C31D-8A43-A3B0-2F05CB6A5B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990" y="3299800"/>
            <a:ext cx="1214111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2018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9BD5E972-A66C-A44A-8BAE-6B3DB96BA0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4306" y="3299800"/>
            <a:ext cx="1285694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2020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C9A96D1D-4DDD-8A4B-BFAA-3FF018F03F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6600" y="4562154"/>
            <a:ext cx="1295164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2019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EA54360F-73BE-6146-B6A8-15F19C594C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72600" y="4562153"/>
            <a:ext cx="1295400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2021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5731E03-0FB6-594C-B3AD-74A73B9749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600" y="1580455"/>
            <a:ext cx="5638800" cy="479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consequent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6FA4843-5EA9-2646-9CAC-172DC0B16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4B8027C-5EF9-7C4A-9B0D-1B079AE62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1BF9AC26-FC9D-8545-A80A-3449AE4BDB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47B53-2659-6F68-6336-16D1D539E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0409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Data Series (Right)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968EB040-BF86-1A41-8C69-5DED5E27CDE2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43FB1247-FEB8-FD44-8B83-7FE927AF1171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4AE38E9C-5D6C-C948-B3A6-E27F18CF72CF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E43EDBF-C7F2-D34C-9A7D-2CB4701F2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0928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074238C-8160-2049-9CB5-36B4F32B666E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610928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A20546B-74D7-664A-AEC5-81567BA99A6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610928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C7F5C8C4-19DE-3741-811C-580DA268552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0928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FF18462-2306-9A4F-AA43-F1AF90986D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0928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F6ABDC22-19AC-AE45-9A2A-DF2146AE0C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0928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2E7A7F0-3DA6-7544-8D17-6D264BC7A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C6E41A1-9410-294A-9B62-24ED3286B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8A5121F-BAA4-6F4A-84C2-849E6A9D7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7EF89B8-95D8-6540-9368-4EFED80D527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B5337DD-68B3-1441-805E-A5E5D14B595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89206-3542-CB8B-AEBE-A0DEB1920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615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Data Series (Right)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EE8F709-F96A-174E-8BD3-B90D583D9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0130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775E0D-BE32-DC44-A8AF-F3BFCA8B5CAD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560130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B052F5E-4798-9045-911D-7DAF79460AC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560130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D0D975F-B435-184D-BBBA-DD4B4F13A2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0130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4B03BB7-5EDC-A24B-AB82-587FC88497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0130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D739BD5-61A3-4B4A-BAF0-2302FCB992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0130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48677B-61C8-1A4D-8C33-271903979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7BE69-7B56-B043-8F79-03D68ACF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82E6AB1-3AD0-734E-BB66-52D31474D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764D90E9-CF3D-D545-B3AF-220D056ACE5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15B666A-1C2F-A545-A6BA-B8A519DE182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3A0BBCBA-C8E1-4AB5-A9BB-F058E066BFF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72D911F8-A9E0-48DA-996A-E5B9C4937BDE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45F1F91B-EA51-422E-BFBC-19578BC3CD23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6B938-8518-BCEA-57A7-EA25437D3B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0718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 3 Data Series (Right)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solidFill>
                <a:srgbClr val="29707A"/>
              </a:solidFill>
              <a:latin typeface="TWK Everett" panose="020B0204000000000000" pitchFamily="34" charset="77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EE8F709-F96A-174E-8BD3-B90D583D9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0130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775E0D-BE32-DC44-A8AF-F3BFCA8B5CAD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560130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B052F5E-4798-9045-911D-7DAF79460AC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560130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D0D975F-B435-184D-BBBA-DD4B4F13A2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0130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4B03BB7-5EDC-A24B-AB82-587FC88497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0130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D739BD5-61A3-4B4A-BAF0-2302FCB992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0130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48677B-61C8-1A4D-8C33-271903979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7BE69-7B56-B043-8F79-03D68ACF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82E6AB1-3AD0-734E-BB66-52D31474D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2963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764D90E9-CF3D-D545-B3AF-220D056ACE5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2994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15B666A-1C2F-A545-A6BA-B8A519DE182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3A0BBCBA-C8E1-4AB5-A9BB-F058E066BFF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72D911F8-A9E0-48DA-996A-E5B9C4937BDE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45F1F91B-EA51-422E-BFBC-19578BC3CD23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9B9204-7844-CB19-321D-8A41969E4C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5246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C864F3C-846C-6846-B894-6D6BE496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E4086F1-8F3D-CC49-AD6A-981B2DD76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523D2605-98E1-C540-A3BC-8F13295F1D1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335387C9-B540-7242-96C0-2C325DE4E29E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228434" y="1716860"/>
            <a:ext cx="5638966" cy="43029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sp>
        <p:nvSpPr>
          <p:cNvPr id="8" name="Table Placeholder 2">
            <a:extLst>
              <a:ext uri="{FF2B5EF4-FFF2-40B4-BE49-F238E27FC236}">
                <a16:creationId xmlns:a16="http://schemas.microsoft.com/office/drawing/2014/main" id="{D80F0705-A022-4045-8792-F7E7A9E212B3}"/>
              </a:ext>
            </a:extLst>
          </p:cNvPr>
          <p:cNvSpPr>
            <a:spLocks noGrp="1"/>
          </p:cNvSpPr>
          <p:nvPr>
            <p:ph type="tbl" sz="quarter" idx="57" hasCustomPrompt="1"/>
          </p:nvPr>
        </p:nvSpPr>
        <p:spPr>
          <a:xfrm>
            <a:off x="6337920" y="1716860"/>
            <a:ext cx="5638966" cy="43029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62DC2C-C7F9-7BAD-EE4E-87743B8C9A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87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A8679A03-5236-3147-AA52-464328906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4226B9-DFD0-AC4C-9623-2ABBBDEF5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BB274BC4-8559-6840-8EED-14B31B56526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87CC35A-5913-DB48-89E7-73EDB3D06399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4CC989-DCDF-3410-61E0-2C1AEE3105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3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Cl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C864F3C-846C-6846-B894-6D6BE496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E4086F1-8F3D-CC49-AD6A-981B2DD76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523D2605-98E1-C540-A3BC-8F13295F1D1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335387C9-B540-7242-96C0-2C325DE4E29E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AF8CD-6730-3D0C-15B9-2962274E29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37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43F9380-EE94-6448-A41D-9DDBA8D4F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70FD612-8821-EE49-A0C5-77C6111FD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3CF5CC65-92EA-304D-B5FD-87FA9451CC6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5F5CE32C-8106-1248-8E7D-0220696468D6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DDD3D8-15BF-3C53-0687-61B874B41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72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34F4663-0B4A-8447-9D6F-40CDA939E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43C99B3-5983-A74C-AE34-2CF10800CFFB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228600" y="1714500"/>
            <a:ext cx="11734800" cy="43053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TABLE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6F04F07-B6C3-D64A-A8EB-8BD4B1625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40" name="Text Placeholder 57">
            <a:extLst>
              <a:ext uri="{FF2B5EF4-FFF2-40B4-BE49-F238E27FC236}">
                <a16:creationId xmlns:a16="http://schemas.microsoft.com/office/drawing/2014/main" id="{7E2547DE-EE34-4E4C-847E-F8CEB78389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9DCC27-EFFF-EE3E-9898-3415D8007C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7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0A1A9D-031F-4331-825A-FD1C8B738EFD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07F6F4-9E55-4BC4-8704-1D382B6DD33C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16FF97-4445-BF40-AE91-BFFEC494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81F1528-7C93-7148-803C-FDD0C36D61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8295ABCC-E89D-B444-82DF-8B04486945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6557ABE-570C-D545-911A-E5C1FBAE419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A7F10FF-CBA4-7D44-83DC-75C094FECF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2C699DAB-206F-D643-A70A-B85E8C27A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1BAF056B-960B-664A-8434-DD58A98A2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6FF8F0DC-0B57-2E41-81C2-5F66B8CF51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332D4C44-31E9-574D-A565-23C4B75109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96C91E94-E3C6-F441-BE0C-1FE98E6C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1" name="Text Placeholder 57">
            <a:extLst>
              <a:ext uri="{FF2B5EF4-FFF2-40B4-BE49-F238E27FC236}">
                <a16:creationId xmlns:a16="http://schemas.microsoft.com/office/drawing/2014/main" id="{D4DBD2DA-3AD2-C642-8C55-472AFA14ADD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0DDCB49-4846-B146-B0EF-71F47696030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5214661-A1C2-714C-8FD6-F37BA412DA3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302BA0B-8DE8-2447-9102-73B26408E4A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2AF5BF-FCB0-4D40-89D7-86A641BF943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89EC3-691D-323C-D778-25465BBEF9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3665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67233C1-48E2-427E-B2C6-38E32055A963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5FF190-10F1-4201-AE5D-1C3673291F69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0C23041-45CB-C040-9C5A-DD33E3262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9137709-4275-4140-8465-53BD64A4AE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0EC246B4-F1D0-754E-B440-28226D2ADC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D01DC6FC-9816-B845-ADAD-84758D8D2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825BF896-F0D4-614F-B330-1F76698902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9D299DA0-65CE-614C-B064-6912719EF7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85BAD7E9-72C8-4044-B630-FC8F601134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B54EF588-9AC7-4947-A06B-1CE0E07D1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1" name="Text Placeholder 57">
            <a:extLst>
              <a:ext uri="{FF2B5EF4-FFF2-40B4-BE49-F238E27FC236}">
                <a16:creationId xmlns:a16="http://schemas.microsoft.com/office/drawing/2014/main" id="{672A8537-72C1-2E4B-B560-7BDCA4C1CB4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5A10F9C-411F-AA4A-9E2C-D8BAEEFCAF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0563" indent="-163513">
              <a:buClr>
                <a:srgbClr val="042315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DD909CB-E93C-0944-B3AD-BFBF8FC7DD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tx2"/>
              </a:buClr>
              <a:defRPr lang="en-US" sz="12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0B7E7D2A-5EB7-4E40-88FC-349939DAE0E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tx2"/>
              </a:buClr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B39E6ED3-4CD7-49CA-A458-BB6774387E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AEFC73BE-DDBB-4D8B-9CA4-D050AD20744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1B2FF86-28F1-4C18-B526-42934A5F2E6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7BCC3-AEA8-BCDF-504B-0A3E62E048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2660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AEFE81-BF82-4FA1-B342-B6823A6FA12C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2D97EC-971A-4805-9D10-C3F0AE18C118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1808E42-71B3-BB49-9A56-CAF0072E4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F75C68DB-2951-1A44-A054-DCB5739775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BCB5D1A-0C51-C74C-973A-DFE7F04DC4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923D297-C75B-7C49-BAE4-03E8D0793F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A30F8217-0AB2-5B4E-825A-A317C6984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37023B4A-0693-2342-B901-52D5F3C00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8EE0D4D9-E606-0D41-B8D6-CB52FB4368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C37CA248-422C-494E-854B-8921BCC60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885A4DC7-074E-D64E-A171-A9D1C3F5C2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CC07517-49B8-444D-8401-DC29C1F9F8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44" name="Text Placeholder 57">
            <a:extLst>
              <a:ext uri="{FF2B5EF4-FFF2-40B4-BE49-F238E27FC236}">
                <a16:creationId xmlns:a16="http://schemas.microsoft.com/office/drawing/2014/main" id="{5C7CD894-CBF6-0B49-BD1D-03D16B2CD3B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E26EA23-B799-0445-8AE4-14799534E1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0563" indent="-163513">
              <a:buClr>
                <a:schemeClr val="accent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261388D-60A4-8144-B4EC-3E0857C447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A7D3D450-1EC9-534F-BCF6-C67D9416FDC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748C79D5-07F1-9E43-B6CA-0AD37095F02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635D7-88DF-F862-78A9-066C040190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0746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25B5F8-E196-4D05-AA7A-FD19AA38C644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899C1A-A880-4D80-BEEA-A1425AFB8A15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8422AB4-38AC-E245-95E9-D4EBD4FE15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4EF2367C-A2C2-2A4C-A1BA-998AD4CF95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AC3943E1-6165-E04A-8A64-6375279C0C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5DD84469-3B96-D541-953A-A77D2F7339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31445D-8949-F147-B03B-08A7BBBAD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65260156-A6C9-7F45-AA47-3B158742A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E27787B-F07F-6A48-9F01-A11E5B25E8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AC275A25-09EF-0D49-9C98-A13E944E4A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3A7B57-1BBE-624F-9AAA-EEDF3187D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FBFDA0E-35D5-9848-9648-B18F4E46E5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0" name="Text Placeholder 57">
            <a:extLst>
              <a:ext uri="{FF2B5EF4-FFF2-40B4-BE49-F238E27FC236}">
                <a16:creationId xmlns:a16="http://schemas.microsoft.com/office/drawing/2014/main" id="{64FA7348-CF79-3C47-A078-816D07D28D5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77DEA71-831F-8E4A-849D-60CE3B9BEF9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E04F33-9CC2-B64C-AA85-D8C4C72C58C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58AACB-F794-854A-9587-3A75E2B8945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0A9CBD2-646C-9644-ACEE-8B75B3DE454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21A8E-1358-A382-7E58-E1DE413E8B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2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Header an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1BAD61-05AD-7345-97CB-3DCCDB04F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2" name="Text Placeholder 57">
            <a:extLst>
              <a:ext uri="{FF2B5EF4-FFF2-40B4-BE49-F238E27FC236}">
                <a16:creationId xmlns:a16="http://schemas.microsoft.com/office/drawing/2014/main" id="{6971B0DC-62D2-2D4D-A70E-3CC614E4426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9D9EAE-05C5-61BB-199B-D7A6314560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4361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Red w Header &amp;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1BAD61-05AD-7345-97CB-3DCCDB04F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33908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DF897D-884E-00E0-79F1-32F148EA9F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549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B613C6-663D-7F41-AD46-3653A299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91C5FE-D9B9-89CB-73CC-663CAECD51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5651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Cloud-w Foo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06DA1B-28D9-944B-8727-940F8A8C6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8E62A8-E5BC-5EC4-775F-5BB35EB09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03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Red w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302A2-C1FB-42C3-EBA1-0AE2DE221D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1304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Stone w Footer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6B7D36-32ED-4B4E-971E-D7FD3D71F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C55325-FDC9-4F2D-8C4D-16A1191A2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7730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4, Red 3/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0"/>
            <a:ext cx="9143900" cy="6874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73AAFA-CDCB-254C-AB03-2264AF77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3D65CD-CAE1-3F91-9180-60FF13498D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07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 1/4, Dark Stone 3/4 with foo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-11612"/>
            <a:ext cx="9143900" cy="6874200"/>
          </a:xfrm>
          <a:prstGeom prst="rect">
            <a:avLst/>
          </a:prstGeom>
          <a:solidFill>
            <a:srgbClr val="3D3C3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189AD1-C8FC-DA42-A906-8C816535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E76A1-9D39-8432-88A2-F8B22917A2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24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 1/4, Spring Green 3/4 with foo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-11612"/>
            <a:ext cx="9143900" cy="6874200"/>
          </a:xfrm>
          <a:prstGeom prst="rect">
            <a:avLst/>
          </a:prstGeom>
          <a:solidFill>
            <a:srgbClr val="4CDD84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189AD1-C8FC-DA42-A906-8C816535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1C65F6-7AFC-E4B8-6929-12DE4ED33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3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4, White 3/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0"/>
            <a:ext cx="9143900" cy="6858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D35AC5-55CC-E946-8741-7EC0EAA1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C0CE39-6AD8-41DB-3649-DD339BD21B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60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page #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B613C6-663D-7F41-AD46-3653A299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0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46512-28CF-D240-B81F-9ACB8CB1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740"/>
            <a:ext cx="11734800" cy="514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30B2-56B0-7F46-8400-1E3680E9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94180"/>
            <a:ext cx="11506200" cy="365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marL="693738" lvl="2" indent="-2365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B5C29C-C4AF-DD48-AE8A-5B7CB4F10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870" r:id="rId2"/>
    <p:sldLayoutId id="2147483900" r:id="rId3"/>
    <p:sldLayoutId id="2147483908" r:id="rId4"/>
    <p:sldLayoutId id="2147483909" r:id="rId5"/>
    <p:sldLayoutId id="2147483829" r:id="rId6"/>
    <p:sldLayoutId id="2147483929" r:id="rId7"/>
    <p:sldLayoutId id="2147483871" r:id="rId8"/>
    <p:sldLayoutId id="2147483924" r:id="rId9"/>
    <p:sldLayoutId id="2147483792" r:id="rId10"/>
    <p:sldLayoutId id="2147483872" r:id="rId11"/>
    <p:sldLayoutId id="2147483901" r:id="rId12"/>
    <p:sldLayoutId id="2147483910" r:id="rId13"/>
    <p:sldLayoutId id="2147483911" r:id="rId14"/>
    <p:sldLayoutId id="2147483874" r:id="rId15"/>
    <p:sldLayoutId id="2147483873" r:id="rId16"/>
    <p:sldLayoutId id="2147483828" r:id="rId17"/>
    <p:sldLayoutId id="2147483931" r:id="rId18"/>
    <p:sldLayoutId id="2147483847" r:id="rId19"/>
    <p:sldLayoutId id="2147483925" r:id="rId20"/>
    <p:sldLayoutId id="2147483913" r:id="rId21"/>
    <p:sldLayoutId id="2147483903" r:id="rId22"/>
    <p:sldLayoutId id="2147483930" r:id="rId23"/>
    <p:sldLayoutId id="2147483904" r:id="rId24"/>
    <p:sldLayoutId id="2147483784" r:id="rId25"/>
    <p:sldLayoutId id="2147483842" r:id="rId26"/>
    <p:sldLayoutId id="2147483905" r:id="rId27"/>
    <p:sldLayoutId id="2147483915" r:id="rId28"/>
    <p:sldLayoutId id="2147483841" r:id="rId29"/>
    <p:sldLayoutId id="2147483855" r:id="rId30"/>
    <p:sldLayoutId id="2147483895" r:id="rId31"/>
    <p:sldLayoutId id="2147483889" r:id="rId32"/>
    <p:sldLayoutId id="2147483896" r:id="rId33"/>
    <p:sldLayoutId id="2147483891" r:id="rId34"/>
    <p:sldLayoutId id="2147483890" r:id="rId35"/>
    <p:sldLayoutId id="2147483892" r:id="rId36"/>
    <p:sldLayoutId id="2147483906" r:id="rId37"/>
    <p:sldLayoutId id="2147483907" r:id="rId38"/>
    <p:sldLayoutId id="2147483766" r:id="rId39"/>
    <p:sldLayoutId id="2147483856" r:id="rId40"/>
    <p:sldLayoutId id="2147483857" r:id="rId41"/>
    <p:sldLayoutId id="2147483815" r:id="rId42"/>
    <p:sldLayoutId id="2147483816" r:id="rId43"/>
    <p:sldLayoutId id="2147483838" r:id="rId44"/>
    <p:sldLayoutId id="2147483839" r:id="rId45"/>
    <p:sldLayoutId id="2147483853" r:id="rId46"/>
    <p:sldLayoutId id="2147483877" r:id="rId47"/>
    <p:sldLayoutId id="2147483814" r:id="rId48"/>
    <p:sldLayoutId id="2147483791" r:id="rId49"/>
    <p:sldLayoutId id="2147483804" r:id="rId50"/>
    <p:sldLayoutId id="2147483802" r:id="rId51"/>
    <p:sldLayoutId id="2147483865" r:id="rId52"/>
    <p:sldLayoutId id="2147483866" r:id="rId53"/>
    <p:sldLayoutId id="2147483867" r:id="rId54"/>
    <p:sldLayoutId id="2147483876" r:id="rId55"/>
    <p:sldLayoutId id="2147483868" r:id="rId56"/>
    <p:sldLayoutId id="2147483869" r:id="rId57"/>
    <p:sldLayoutId id="2147483881" r:id="rId58"/>
    <p:sldLayoutId id="2147483882" r:id="rId59"/>
    <p:sldLayoutId id="2147483886" r:id="rId60"/>
    <p:sldLayoutId id="2147483893" r:id="rId61"/>
    <p:sldLayoutId id="2147483880" r:id="rId62"/>
    <p:sldLayoutId id="2147483887" r:id="rId63"/>
    <p:sldLayoutId id="2147483805" r:id="rId64"/>
    <p:sldLayoutId id="2147483777" r:id="rId65"/>
    <p:sldLayoutId id="2147483885" r:id="rId66"/>
    <p:sldLayoutId id="2147483785" r:id="rId67"/>
    <p:sldLayoutId id="2147483799" r:id="rId68"/>
    <p:sldLayoutId id="2147483823" r:id="rId69"/>
    <p:sldLayoutId id="2147483864" r:id="rId70"/>
    <p:sldLayoutId id="2147483897" r:id="rId71"/>
    <p:sldLayoutId id="2147483819" r:id="rId72"/>
    <p:sldLayoutId id="2147483822" r:id="rId73"/>
    <p:sldLayoutId id="2147483831" r:id="rId74"/>
    <p:sldLayoutId id="2147483788" r:id="rId75"/>
    <p:sldLayoutId id="2147483798" r:id="rId76"/>
    <p:sldLayoutId id="2147483917" r:id="rId77"/>
    <p:sldLayoutId id="2147483918" r:id="rId78"/>
    <p:sldLayoutId id="2147483927" r:id="rId79"/>
    <p:sldLayoutId id="2147483859" r:id="rId80"/>
    <p:sldLayoutId id="2147483860" r:id="rId81"/>
    <p:sldLayoutId id="2147483863" r:id="rId82"/>
    <p:sldLayoutId id="2147483824" r:id="rId83"/>
    <p:sldLayoutId id="2147483833" r:id="rId84"/>
    <p:sldLayoutId id="2147483884" r:id="rId85"/>
    <p:sldLayoutId id="2147483827" r:id="rId86"/>
    <p:sldLayoutId id="2147483854" r:id="rId87"/>
    <p:sldLayoutId id="2147483811" r:id="rId88"/>
    <p:sldLayoutId id="2147483826" r:id="rId89"/>
    <p:sldLayoutId id="2147483861" r:id="rId90"/>
    <p:sldLayoutId id="2147483888" r:id="rId91"/>
    <p:sldLayoutId id="2147483878" r:id="rId92"/>
    <p:sldLayoutId id="2147483879" r:id="rId93"/>
    <p:sldLayoutId id="2147483825" r:id="rId94"/>
    <p:sldLayoutId id="2147483845" r:id="rId95"/>
    <p:sldLayoutId id="2147483810" r:id="rId96"/>
    <p:sldLayoutId id="2147483850" r:id="rId97"/>
    <p:sldLayoutId id="2147483813" r:id="rId98"/>
    <p:sldLayoutId id="2147483852" r:id="rId99"/>
    <p:sldLayoutId id="2147483894" r:id="rId100"/>
    <p:sldLayoutId id="2147483883" r:id="rId101"/>
    <p:sldLayoutId id="2147483767" r:id="rId102"/>
    <p:sldLayoutId id="2147483821" r:id="rId103"/>
    <p:sldLayoutId id="2147483846" r:id="rId104"/>
    <p:sldLayoutId id="2147483875" r:id="rId105"/>
    <p:sldLayoutId id="2147483809" r:id="rId106"/>
    <p:sldLayoutId id="2147483834" r:id="rId107"/>
    <p:sldLayoutId id="2147483835" r:id="rId108"/>
    <p:sldLayoutId id="2147483851" r:id="rId109"/>
    <p:sldLayoutId id="2147483786" r:id="rId110"/>
    <p:sldLayoutId id="2147483898" r:id="rId111"/>
    <p:sldLayoutId id="2147483782" r:id="rId112"/>
    <p:sldLayoutId id="2147483919" r:id="rId113"/>
    <p:sldLayoutId id="2147483899" r:id="rId114"/>
    <p:sldLayoutId id="2147483797" r:id="rId115"/>
    <p:sldLayoutId id="2147483920" r:id="rId116"/>
    <p:sldLayoutId id="2147483926" r:id="rId117"/>
    <p:sldLayoutId id="2147483923" r:id="rId118"/>
    <p:sldLayoutId id="2147483921" r:id="rId119"/>
    <p:sldLayoutId id="2147483916" r:id="rId1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System Font Regular"/>
        <a:buChar char="–"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1pPr>
      <a:lvl2pPr marL="514350" indent="-2254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3D3C3C"/>
        </a:buClr>
        <a:buSzPct val="90000"/>
        <a:buFont typeface="Courier New" panose="02070309020205020404" pitchFamily="49" charset="0"/>
        <a:buNone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3pPr>
      <a:lvl4pPr marL="1030288" indent="-2889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System Font Regular"/>
        <a:buChar char="–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4pPr>
      <a:lvl5pPr marL="1257300" indent="-21431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36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2880" userDrawn="1">
          <p15:clr>
            <a:srgbClr val="F26B43"/>
          </p15:clr>
        </p15:guide>
        <p15:guide id="28" pos="3984" userDrawn="1">
          <p15:clr>
            <a:srgbClr val="F26B43"/>
          </p15:clr>
        </p15:guide>
        <p15:guide id="29" pos="4800" userDrawn="1">
          <p15:clr>
            <a:srgbClr val="F26B43"/>
          </p15:clr>
        </p15:guide>
        <p15:guide id="30" pos="5616" userDrawn="1">
          <p15:clr>
            <a:srgbClr val="F26B43"/>
          </p15:clr>
        </p15:guide>
        <p15:guide id="31" pos="2064" userDrawn="1">
          <p15:clr>
            <a:srgbClr val="F26B43"/>
          </p15:clr>
        </p15:guide>
        <p15:guide id="32" pos="1920" userDrawn="1">
          <p15:clr>
            <a:srgbClr val="F26B43"/>
          </p15:clr>
        </p15:guide>
        <p15:guide id="33" pos="1776" userDrawn="1">
          <p15:clr>
            <a:srgbClr val="F26B43"/>
          </p15:clr>
        </p15:guide>
        <p15:guide id="34" pos="144" userDrawn="1">
          <p15:clr>
            <a:srgbClr val="F26B43"/>
          </p15:clr>
        </p15:guide>
        <p15:guide id="35" pos="5904" userDrawn="1">
          <p15:clr>
            <a:srgbClr val="F26B43"/>
          </p15:clr>
        </p15:guide>
        <p15:guide id="36" orient="horz" pos="216" userDrawn="1">
          <p15:clr>
            <a:srgbClr val="F26B43"/>
          </p15:clr>
        </p15:guide>
        <p15:guide id="37" orient="horz" pos="4104" userDrawn="1">
          <p15:clr>
            <a:srgbClr val="F26B43"/>
          </p15:clr>
        </p15:guide>
        <p15:guide id="38" pos="960" userDrawn="1">
          <p15:clr>
            <a:srgbClr val="F26B43"/>
          </p15:clr>
        </p15:guide>
        <p15:guide id="39" pos="5760" userDrawn="1">
          <p15:clr>
            <a:srgbClr val="F26B43"/>
          </p15:clr>
        </p15:guide>
        <p15:guide id="40" orient="horz" pos="552" userDrawn="1">
          <p15:clr>
            <a:srgbClr val="F26B43"/>
          </p15:clr>
        </p15:guide>
        <p15:guide id="41" orient="horz" pos="3792" userDrawn="1">
          <p15:clr>
            <a:srgbClr val="F26B43"/>
          </p15:clr>
        </p15:guide>
        <p15:guide id="42" orient="horz" pos="2160" userDrawn="1">
          <p15:clr>
            <a:srgbClr val="F26B43"/>
          </p15:clr>
        </p15:guide>
        <p15:guide id="44" orient="horz" pos="1080" userDrawn="1">
          <p15:clr>
            <a:srgbClr val="F26B43"/>
          </p15:clr>
        </p15:guide>
        <p15:guide id="45" orient="horz" pos="2688" userDrawn="1">
          <p15:clr>
            <a:srgbClr val="F26B43"/>
          </p15:clr>
        </p15:guide>
        <p15:guide id="47" orient="horz" pos="3264" userDrawn="1">
          <p15:clr>
            <a:srgbClr val="F26B43"/>
          </p15:clr>
        </p15:guide>
        <p15:guide id="49" orient="horz" pos="1632" userDrawn="1">
          <p15:clr>
            <a:srgbClr val="F26B43"/>
          </p15:clr>
        </p15:guide>
        <p15:guide id="51" pos="7536" userDrawn="1">
          <p15:clr>
            <a:srgbClr val="F26B43"/>
          </p15:clr>
        </p15:guide>
        <p15:guide id="52" pos="6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22C1C2-3C23-6245-9606-B7DB8FB1F5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1486" y="1596171"/>
            <a:ext cx="6624320" cy="2552699"/>
          </a:xfrm>
        </p:spPr>
        <p:txBody>
          <a:bodyPr/>
          <a:lstStyle/>
          <a:p>
            <a:r>
              <a:rPr lang="es-ES_tradnl" sz="7000" dirty="0"/>
              <a:t>Propuesta técnica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DD1B27-5B5E-A74D-B273-DAC23B99AD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 dirty="0"/>
              <a:t>Junio 2025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85F1630-AFF9-C040-91C5-9027172A0D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3464" y="3849624"/>
            <a:ext cx="5641848" cy="457200"/>
          </a:xfrm>
        </p:spPr>
        <p:txBody>
          <a:bodyPr/>
          <a:lstStyle/>
          <a:p>
            <a:r>
              <a:rPr lang="es-ES_tradnl" sz="2400" dirty="0"/>
              <a:t>Migración de Firewalls y Balanceadores Santalucia</a:t>
            </a:r>
          </a:p>
        </p:txBody>
      </p:sp>
    </p:spTree>
    <p:extLst>
      <p:ext uri="{BB962C8B-B14F-4D97-AF65-F5344CB8AC3E}">
        <p14:creationId xmlns:p14="http://schemas.microsoft.com/office/powerpoint/2010/main" val="313504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B462-4379-FAC3-44CE-D21721C5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6FCCFBA-807F-057B-7402-365AF258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93125"/>
            <a:ext cx="6096000" cy="281078"/>
          </a:xfrm>
        </p:spPr>
        <p:txBody>
          <a:bodyPr/>
          <a:lstStyle/>
          <a:p>
            <a:r>
              <a:rPr lang="es-ES_tradnl" noProof="0" dirty="0"/>
              <a:t>Lista de Equipos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825373-D267-EFF8-8C0C-9906583F3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54011"/>
              </p:ext>
            </p:extLst>
          </p:nvPr>
        </p:nvGraphicFramePr>
        <p:xfrm>
          <a:off x="391091" y="1449655"/>
          <a:ext cx="8128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932">
                  <a:extLst>
                    <a:ext uri="{9D8B030D-6E8A-4147-A177-3AD203B41FA5}">
                      <a16:colId xmlns:a16="http://schemas.microsoft.com/office/drawing/2014/main" val="1163891659"/>
                    </a:ext>
                  </a:extLst>
                </a:gridCol>
                <a:gridCol w="4899068">
                  <a:extLst>
                    <a:ext uri="{9D8B030D-6E8A-4147-A177-3AD203B41FA5}">
                      <a16:colId xmlns:a16="http://schemas.microsoft.com/office/drawing/2014/main" val="3843688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ES" dirty="0"/>
                        <a:t>Dispositivos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178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Firewalls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 Cluster de Torrejon + 2 Standalone de Yecora</a:t>
                      </a:r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86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Loadbalancers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 Cluster de Torrejon + 2 Standalone de Yecora</a:t>
                      </a:r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9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Fortimanager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S" dirty="0"/>
                        <a:t>1 Nodo Stanalone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789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FortiAnalizer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dirty="0"/>
                        <a:t>1 Nodo Stanalone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7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03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7A7A-ADE0-88CD-1706-3B153452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0EA68DC-EB3D-3876-A7F6-1C53B3C1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93125"/>
            <a:ext cx="6096000" cy="281078"/>
          </a:xfrm>
        </p:spPr>
        <p:txBody>
          <a:bodyPr/>
          <a:lstStyle/>
          <a:p>
            <a:r>
              <a:rPr lang="es-ES_tradnl" noProof="0" dirty="0"/>
              <a:t>Tareas Detalladas Balanceadores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A1F944-973E-DC82-2136-0A801D6892CB}"/>
              </a:ext>
            </a:extLst>
          </p:cNvPr>
          <p:cNvGraphicFramePr>
            <a:graphicFrameLocks noGrp="1"/>
          </p:cNvGraphicFramePr>
          <p:nvPr/>
        </p:nvGraphicFramePr>
        <p:xfrm>
          <a:off x="963363" y="1320999"/>
          <a:ext cx="9877234" cy="3980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912">
                  <a:extLst>
                    <a:ext uri="{9D8B030D-6E8A-4147-A177-3AD203B41FA5}">
                      <a16:colId xmlns:a16="http://schemas.microsoft.com/office/drawing/2014/main" val="731268999"/>
                    </a:ext>
                  </a:extLst>
                </a:gridCol>
                <a:gridCol w="6742322">
                  <a:extLst>
                    <a:ext uri="{9D8B030D-6E8A-4147-A177-3AD203B41FA5}">
                      <a16:colId xmlns:a16="http://schemas.microsoft.com/office/drawing/2014/main" val="589341222"/>
                    </a:ext>
                  </a:extLst>
                </a:gridCol>
              </a:tblGrid>
              <a:tr h="334609">
                <a:tc>
                  <a:txBody>
                    <a:bodyPr/>
                    <a:lstStyle/>
                    <a:p>
                      <a:r>
                        <a:rPr lang="en-ES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S" dirty="0"/>
                        <a:t>Tarea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083346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Análisis / Descubrimiento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Inventario del entorno F5 actual (modelos, HA, firmware, licencias) y recogida de configuración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282973282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Diseño y Planificación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Definir arquitectura objetivo (HA, puertos 10G/SFP+, gestión) y plan de migración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2292831145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Aprovisionamiento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Compra/alta de equipos y licencias; coordinación de envío a site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181099869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Instalación física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Enracado y cableado en CPD; comprobar espacio, alimentación y puertos disponibles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627528492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Configuración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Clonar/transferir configuración desde balanceadores actuales a los nuevos; dejar equipos accesibles por gestión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1556079367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Control de cambios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Congelar cambios en la configuración hasta la ventana de migración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597055800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Pruebas pre-migración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Ejecutar batería de pruebas usando balanceaores actuales para tener línea base de comparación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963659375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Ventana de migración (Cutover)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Acordar ventana/s y migrar tráfico a los nuevos balanceadores; ejecutar plan de cutover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818476266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Pruebas post-migración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Repetir batería de pruebas y comparar contra baseline; monitorizar estabilidad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2204513498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Rollback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Si hay fallo, ejecutar rollback a balanceadores antiguos según plan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2061503205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Cierre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Documentación final (as-built), handover y retirada controlada de equipos antiguos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4897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2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8767-6830-2B96-2EDC-2C49A9BA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72B945-FCCE-0DB0-5CB3-7095C901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93125"/>
            <a:ext cx="6096000" cy="281078"/>
          </a:xfrm>
        </p:spPr>
        <p:txBody>
          <a:bodyPr/>
          <a:lstStyle/>
          <a:p>
            <a:r>
              <a:rPr lang="es-ES_tradnl" dirty="0"/>
              <a:t>Tareas </a:t>
            </a:r>
            <a:r>
              <a:rPr lang="es-ES_tradnl" noProof="0" dirty="0"/>
              <a:t>Detalladas Firewalls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830F8B-8465-C2AC-636F-8EFF8287FBB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320879" y="1393555"/>
            <a:ext cx="210105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ES" altLang="en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ES" altLang="en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BA609B-6977-5D99-5E84-16AD10343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032561"/>
              </p:ext>
            </p:extLst>
          </p:nvPr>
        </p:nvGraphicFramePr>
        <p:xfrm>
          <a:off x="963363" y="1320999"/>
          <a:ext cx="9877234" cy="3888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912">
                  <a:extLst>
                    <a:ext uri="{9D8B030D-6E8A-4147-A177-3AD203B41FA5}">
                      <a16:colId xmlns:a16="http://schemas.microsoft.com/office/drawing/2014/main" val="731268999"/>
                    </a:ext>
                  </a:extLst>
                </a:gridCol>
                <a:gridCol w="6742322">
                  <a:extLst>
                    <a:ext uri="{9D8B030D-6E8A-4147-A177-3AD203B41FA5}">
                      <a16:colId xmlns:a16="http://schemas.microsoft.com/office/drawing/2014/main" val="589341222"/>
                    </a:ext>
                  </a:extLst>
                </a:gridCol>
              </a:tblGrid>
              <a:tr h="334609">
                <a:tc>
                  <a:txBody>
                    <a:bodyPr/>
                    <a:lstStyle/>
                    <a:p>
                      <a:r>
                        <a:rPr lang="en-ES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S" dirty="0"/>
                        <a:t>Tarea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083346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Análisis / Descubrimiento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Inventario del entorno Fortinet actual (modelos, HA, firmware, licencias) y recogida de configuración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282973282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Diseño y Planificación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Definir arquitectura objetivo (parejas FortiGate en HA, puertos 10G/SFP+, gestión) y plan de migración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2292831145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Aprovisionamiento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Compra/alta de equipos y licencias FortiCare/FortiGuard; coordinación de envío a site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181099869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Instalación física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Enracado y cableado en CPD; comprobar espacio, alimentación y puertos disponibles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627528492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Configuración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Clonar/transferir configuración desde firewalls actuales a los nuevos; dejar equipos accesibles por gestión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1556079367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Control de cambios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Congelar cambios en la configuración hasta la ventana de migración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597055800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Pruebas pre-migración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Ejecutar batería de pruebas usando firewalls actuales para tener línea base de comparación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963659375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Ventana de migración (Cutover)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Acordar ventana y migrar tráfico a los nuevos FortiGate; ejecutar plan de cutover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818476266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Pruebas post-migración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Repetir batería de pruebas y comparar contra baseline; monitorizar estabilidad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2204513498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Rollback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Si hay fallo, ejecutar rollback a firewalls antiguos según plan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2061503205"/>
                  </a:ext>
                </a:extLst>
              </a:tr>
              <a:tr h="3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Cierre</a:t>
                      </a:r>
                    </a:p>
                  </a:txBody>
                  <a:tcPr marL="46892" marR="46892" marT="23446" marB="234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/>
                        <a:t>Documentación final (as-built), handover y retirada controlada de equipos antiguos</a:t>
                      </a:r>
                    </a:p>
                  </a:txBody>
                  <a:tcPr marL="46892" marR="46892" marT="23446" marB="23446" anchor="ctr"/>
                </a:tc>
                <a:extLst>
                  <a:ext uri="{0D108BD9-81ED-4DB2-BD59-A6C34878D82A}">
                    <a16:rowId xmlns:a16="http://schemas.microsoft.com/office/drawing/2014/main" val="34897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50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Straight Connector 43">
            <a:extLst>
              <a:ext uri="{FF2B5EF4-FFF2-40B4-BE49-F238E27FC236}">
                <a16:creationId xmlns:a16="http://schemas.microsoft.com/office/drawing/2014/main" id="{AB916F7F-CF43-2394-1B24-0A794A7C8E20}"/>
              </a:ext>
            </a:extLst>
          </p:cNvPr>
          <p:cNvCxnSpPr>
            <a:cxnSpLocks/>
          </p:cNvCxnSpPr>
          <p:nvPr/>
        </p:nvCxnSpPr>
        <p:spPr bwMode="auto">
          <a:xfrm>
            <a:off x="8629611" y="1287668"/>
            <a:ext cx="0" cy="4213130"/>
          </a:xfrm>
          <a:prstGeom prst="line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43">
            <a:extLst>
              <a:ext uri="{FF2B5EF4-FFF2-40B4-BE49-F238E27FC236}">
                <a16:creationId xmlns:a16="http://schemas.microsoft.com/office/drawing/2014/main" id="{54204EB2-BBAA-104D-8092-EB18D036A8EF}"/>
              </a:ext>
            </a:extLst>
          </p:cNvPr>
          <p:cNvCxnSpPr>
            <a:cxnSpLocks/>
          </p:cNvCxnSpPr>
          <p:nvPr/>
        </p:nvCxnSpPr>
        <p:spPr bwMode="auto">
          <a:xfrm>
            <a:off x="4890603" y="1286713"/>
            <a:ext cx="0" cy="4213130"/>
          </a:xfrm>
          <a:prstGeom prst="line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007D294-3458-F4E2-C2C7-4FF647A1E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B55D76A-9B6E-CD41-ABBE-F6C938295BAD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C9D7C59-759D-68A6-1535-1309A5711C9F}"/>
              </a:ext>
            </a:extLst>
          </p:cNvPr>
          <p:cNvSpPr txBox="1"/>
          <p:nvPr/>
        </p:nvSpPr>
        <p:spPr>
          <a:xfrm>
            <a:off x="368846" y="280432"/>
            <a:ext cx="8833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noProof="0" dirty="0">
                <a:solidFill>
                  <a:srgbClr val="FF452D"/>
                </a:solidFill>
                <a:effectLst/>
                <a:latin typeface="TWK Everett" panose="020B0204000000000000" pitchFamily="34" charset="0"/>
              </a:rPr>
              <a:t>Kyndryl Proposal</a:t>
            </a:r>
            <a:r>
              <a:rPr lang="en-US" noProof="0" dirty="0">
                <a:solidFill>
                  <a:srgbClr val="FF452D"/>
                </a:solidFill>
                <a:latin typeface="TWK Everett" panose="020B0204000000000000" pitchFamily="34" charset="0"/>
              </a:rPr>
              <a:t> </a:t>
            </a:r>
            <a:r>
              <a:rPr lang="en-US" b="0" i="0" u="none" strike="noStrike" noProof="0" dirty="0">
                <a:solidFill>
                  <a:srgbClr val="FF452D"/>
                </a:solidFill>
                <a:effectLst/>
                <a:latin typeface="TWK Everett" panose="020B0204000000000000" pitchFamily="34" charset="0"/>
              </a:rPr>
              <a:t>| </a:t>
            </a:r>
            <a:r>
              <a:rPr lang="en-US" b="0" i="0" u="none" strike="noStrike" noProof="0" dirty="0">
                <a:solidFill>
                  <a:srgbClr val="29707A"/>
                </a:solidFill>
                <a:effectLst/>
                <a:latin typeface="TWK Everett" panose="020B0204000000000000" pitchFamily="34" charset="0"/>
              </a:rPr>
              <a:t>Project Plan</a:t>
            </a:r>
            <a:r>
              <a:rPr lang="en-US" sz="1400" b="0" i="0" u="none" strike="noStrike" noProof="0" dirty="0">
                <a:solidFill>
                  <a:schemeClr val="tx2"/>
                </a:solidFill>
                <a:effectLst/>
                <a:latin typeface="TWK Everett" panose="020B0204000000000000" pitchFamily="34" charset="0"/>
              </a:rPr>
              <a:t>*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WK Everett" panose="020B0204000000000000" pitchFamily="34" charset="77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1A4E90CE-CE4F-2106-380C-4379E2E8D17C}"/>
              </a:ext>
            </a:extLst>
          </p:cNvPr>
          <p:cNvSpPr txBox="1">
            <a:spLocks/>
          </p:cNvSpPr>
          <p:nvPr/>
        </p:nvSpPr>
        <p:spPr>
          <a:xfrm>
            <a:off x="869838" y="2232641"/>
            <a:ext cx="1392011" cy="1538883"/>
          </a:xfrm>
          <a:prstGeom prst="rect">
            <a:avLst/>
          </a:prstGeom>
        </p:spPr>
        <p:txBody>
          <a:bodyPr wrap="square" lIns="0" tIns="0" rIns="0" bIns="0" numCol="1" anchor="t">
            <a:sp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01638" indent="-16986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  <a:latin typeface="Barlow" pitchFamily="2" charset="77"/>
                <a:ea typeface="+mn-ea"/>
              </a:defRPr>
            </a:lvl2pPr>
            <a:lvl3pPr marL="517525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Barlow" pitchFamily="2" charset="77"/>
                <a:ea typeface="+mn-ea"/>
              </a:defRPr>
            </a:lvl3pPr>
            <a:lvl4pPr marL="635000" indent="-1174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2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4pPr>
            <a:lvl5pPr marL="750888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4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5pPr>
            <a:lvl6pPr marL="3352045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509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0972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434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b="1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Project Kick-off 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HW Orders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Network review and assessment.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Technical requirements.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Design HLD+LLD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Define migration plan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 dirty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68F333F-9DA2-2B80-DC21-D1E4C4B83892}"/>
              </a:ext>
            </a:extLst>
          </p:cNvPr>
          <p:cNvCxnSpPr>
            <a:cxnSpLocks/>
          </p:cNvCxnSpPr>
          <p:nvPr/>
        </p:nvCxnSpPr>
        <p:spPr>
          <a:xfrm>
            <a:off x="760911" y="2053353"/>
            <a:ext cx="10453255" cy="0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38000">
                  <a:schemeClr val="accent1">
                    <a:lumMod val="97000"/>
                    <a:lumOff val="3000"/>
                  </a:schemeClr>
                </a:gs>
                <a:gs pos="90000">
                  <a:schemeClr val="bg1"/>
                </a:gs>
              </a:gsLst>
              <a:lin ang="0" scaled="1"/>
              <a:tileRect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43">
            <a:extLst>
              <a:ext uri="{FF2B5EF4-FFF2-40B4-BE49-F238E27FC236}">
                <a16:creationId xmlns:a16="http://schemas.microsoft.com/office/drawing/2014/main" id="{997AEEA5-532A-F5F7-6B96-DA5DD58BBC2B}"/>
              </a:ext>
            </a:extLst>
          </p:cNvPr>
          <p:cNvCxnSpPr>
            <a:cxnSpLocks/>
          </p:cNvCxnSpPr>
          <p:nvPr/>
        </p:nvCxnSpPr>
        <p:spPr bwMode="auto">
          <a:xfrm>
            <a:off x="2892868" y="1286713"/>
            <a:ext cx="0" cy="4213130"/>
          </a:xfrm>
          <a:prstGeom prst="line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1F23E72-41BB-2312-0CBC-3E95D75BB8BB}"/>
              </a:ext>
            </a:extLst>
          </p:cNvPr>
          <p:cNvSpPr txBox="1"/>
          <p:nvPr/>
        </p:nvSpPr>
        <p:spPr>
          <a:xfrm>
            <a:off x="843600" y="1253895"/>
            <a:ext cx="206210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noProof="0">
                <a:latin typeface="IBM Plex Sans" charset="0"/>
              </a:rPr>
              <a:t>Phase 1</a:t>
            </a:r>
          </a:p>
          <a:p>
            <a:pPr algn="l"/>
            <a:r>
              <a:rPr lang="en-US" sz="1050" b="1" noProof="0">
                <a:solidFill>
                  <a:srgbClr val="FF452D"/>
                </a:solidFill>
                <a:latin typeface="TWK Everett" panose="020B0204000000000000" pitchFamily="34" charset="0"/>
              </a:rPr>
              <a:t>Assessment and design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DCF5D61-4211-53A1-F776-A72A3179A75C}"/>
              </a:ext>
            </a:extLst>
          </p:cNvPr>
          <p:cNvCxnSpPr>
            <a:cxnSpLocks/>
          </p:cNvCxnSpPr>
          <p:nvPr/>
        </p:nvCxnSpPr>
        <p:spPr>
          <a:xfrm flipV="1">
            <a:off x="760911" y="1901062"/>
            <a:ext cx="0" cy="43787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4FE94C0-847D-3933-B87E-752EA7F69B32}"/>
              </a:ext>
            </a:extLst>
          </p:cNvPr>
          <p:cNvSpPr txBox="1">
            <a:spLocks/>
          </p:cNvSpPr>
          <p:nvPr/>
        </p:nvSpPr>
        <p:spPr>
          <a:xfrm>
            <a:off x="2993504" y="2507410"/>
            <a:ext cx="1044634" cy="307777"/>
          </a:xfrm>
          <a:prstGeom prst="rect">
            <a:avLst/>
          </a:prstGeom>
        </p:spPr>
        <p:txBody>
          <a:bodyPr wrap="square" lIns="0" tIns="0" rIns="0" bIns="0" numCol="1" anchor="t">
            <a:sp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01638" indent="-16986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  <a:latin typeface="Barlow" pitchFamily="2" charset="77"/>
                <a:ea typeface="+mn-ea"/>
              </a:defRPr>
            </a:lvl2pPr>
            <a:lvl3pPr marL="517525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Barlow" pitchFamily="2" charset="77"/>
                <a:ea typeface="+mn-ea"/>
              </a:defRPr>
            </a:lvl3pPr>
            <a:lvl4pPr marL="635000" indent="-1174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2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4pPr>
            <a:lvl5pPr marL="750888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4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5pPr>
            <a:lvl6pPr marL="3352045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509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0972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434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6EFEC98-440B-5D87-6FDB-F5B473D3585A}"/>
              </a:ext>
            </a:extLst>
          </p:cNvPr>
          <p:cNvSpPr txBox="1"/>
          <p:nvPr/>
        </p:nvSpPr>
        <p:spPr>
          <a:xfrm>
            <a:off x="877074" y="1854867"/>
            <a:ext cx="11067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dirty="0">
                <a:solidFill>
                  <a:schemeClr val="tx2"/>
                </a:solidFill>
                <a:latin typeface="TWK Everett" panose="020B0204000000000000" pitchFamily="34" charset="0"/>
              </a:rPr>
              <a:t>W</a:t>
            </a:r>
            <a:r>
              <a:rPr lang="en-US" sz="1050" noProof="0" dirty="0">
                <a:solidFill>
                  <a:schemeClr val="tx2"/>
                </a:solidFill>
                <a:latin typeface="TWK Everett" panose="020B0204000000000000" pitchFamily="34" charset="0"/>
              </a:rPr>
              <a:t> 1-3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E0881E0-12EB-4F56-733F-40006FE00CFC}"/>
              </a:ext>
            </a:extLst>
          </p:cNvPr>
          <p:cNvCxnSpPr>
            <a:cxnSpLocks/>
          </p:cNvCxnSpPr>
          <p:nvPr/>
        </p:nvCxnSpPr>
        <p:spPr>
          <a:xfrm flipV="1">
            <a:off x="2888818" y="1920862"/>
            <a:ext cx="0" cy="41807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58CA609-35FC-301E-6784-33D818ADACDF}"/>
              </a:ext>
            </a:extLst>
          </p:cNvPr>
          <p:cNvCxnSpPr>
            <a:cxnSpLocks/>
          </p:cNvCxnSpPr>
          <p:nvPr/>
        </p:nvCxnSpPr>
        <p:spPr>
          <a:xfrm flipH="1" flipV="1">
            <a:off x="4883235" y="1910048"/>
            <a:ext cx="3000" cy="43137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E5D9477B-303D-99E0-B4EF-D07B6B89A4FB}"/>
              </a:ext>
            </a:extLst>
          </p:cNvPr>
          <p:cNvSpPr/>
          <p:nvPr/>
        </p:nvSpPr>
        <p:spPr>
          <a:xfrm>
            <a:off x="2724589" y="2013406"/>
            <a:ext cx="92788" cy="927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B5EA22-C9A6-375C-159A-4EF1A6CF1FDB}"/>
              </a:ext>
            </a:extLst>
          </p:cNvPr>
          <p:cNvSpPr txBox="1"/>
          <p:nvPr/>
        </p:nvSpPr>
        <p:spPr>
          <a:xfrm>
            <a:off x="788943" y="4528264"/>
            <a:ext cx="19528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buClrTx/>
            </a:pPr>
            <a:r>
              <a:rPr lang="en-US" sz="1000" b="1" kern="0" noProof="0" dirty="0">
                <a:solidFill>
                  <a:srgbClr val="FF462D"/>
                </a:solidFill>
                <a:latin typeface="TWK Everett" panose="020B0204000000000000" pitchFamily="34" charset="0"/>
              </a:rPr>
              <a:t>Milestone 1</a:t>
            </a:r>
            <a:r>
              <a:rPr lang="en-US" sz="1000" b="1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 </a:t>
            </a:r>
          </a:p>
          <a:p>
            <a:pPr algn="r">
              <a:spcAft>
                <a:spcPts val="0"/>
              </a:spcAft>
              <a:buClrTx/>
            </a:pPr>
            <a:r>
              <a:rPr lang="en-US" sz="1000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Design agreed between </a:t>
            </a: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Client</a:t>
            </a:r>
            <a:r>
              <a:rPr lang="en-US" sz="1000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 and Kyndryl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313C36B7-63AE-AC63-1D7D-BC370940FB88}"/>
              </a:ext>
            </a:extLst>
          </p:cNvPr>
          <p:cNvSpPr/>
          <p:nvPr/>
        </p:nvSpPr>
        <p:spPr>
          <a:xfrm>
            <a:off x="712845" y="1832800"/>
            <a:ext cx="92788" cy="927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A09FA81-D3CC-5675-330B-687BEDCDE6E9}"/>
              </a:ext>
            </a:extLst>
          </p:cNvPr>
          <p:cNvSpPr txBox="1"/>
          <p:nvPr/>
        </p:nvSpPr>
        <p:spPr>
          <a:xfrm>
            <a:off x="3039063" y="1271668"/>
            <a:ext cx="206210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noProof="0" dirty="0">
                <a:latin typeface="IBM Plex Sans" charset="0"/>
              </a:rPr>
              <a:t>Phase 2</a:t>
            </a:r>
          </a:p>
          <a:p>
            <a:pPr algn="l"/>
            <a:r>
              <a:rPr lang="en-US" sz="1050" b="1" noProof="0" dirty="0" err="1">
                <a:solidFill>
                  <a:srgbClr val="FF452D"/>
                </a:solidFill>
                <a:latin typeface="TWK Everett" panose="020B0204000000000000" pitchFamily="34" charset="0"/>
              </a:rPr>
              <a:t>Instalation</a:t>
            </a:r>
            <a:endParaRPr lang="en-US" sz="1050" b="1" noProof="0" dirty="0">
              <a:solidFill>
                <a:srgbClr val="FF452D"/>
              </a:solidFill>
              <a:latin typeface="TWK Everett" panose="020B0204000000000000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037CED4-FD73-A024-1A9A-E3D3233D1A10}"/>
              </a:ext>
            </a:extLst>
          </p:cNvPr>
          <p:cNvSpPr txBox="1"/>
          <p:nvPr/>
        </p:nvSpPr>
        <p:spPr>
          <a:xfrm>
            <a:off x="3021761" y="1856929"/>
            <a:ext cx="11067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noProof="0" dirty="0">
                <a:solidFill>
                  <a:schemeClr val="tx2"/>
                </a:solidFill>
                <a:latin typeface="TWK Everett" panose="020B0204000000000000" pitchFamily="34" charset="0"/>
              </a:rPr>
              <a:t>W 4-6</a:t>
            </a:r>
          </a:p>
        </p:txBody>
      </p:sp>
      <p:sp>
        <p:nvSpPr>
          <p:cNvPr id="53" name="Text Placeholder 20">
            <a:extLst>
              <a:ext uri="{FF2B5EF4-FFF2-40B4-BE49-F238E27FC236}">
                <a16:creationId xmlns:a16="http://schemas.microsoft.com/office/drawing/2014/main" id="{04A2F019-3494-7C11-8DC1-9749C25BAEF7}"/>
              </a:ext>
            </a:extLst>
          </p:cNvPr>
          <p:cNvSpPr txBox="1">
            <a:spLocks/>
          </p:cNvSpPr>
          <p:nvPr/>
        </p:nvSpPr>
        <p:spPr>
          <a:xfrm>
            <a:off x="3004779" y="2232641"/>
            <a:ext cx="1668348" cy="1384995"/>
          </a:xfrm>
          <a:prstGeom prst="rect">
            <a:avLst/>
          </a:prstGeom>
        </p:spPr>
        <p:txBody>
          <a:bodyPr wrap="square" lIns="0" tIns="0" rIns="0" bIns="0" numCol="1" anchor="t">
            <a:sp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01638" indent="-16986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  <a:latin typeface="Barlow" pitchFamily="2" charset="77"/>
                <a:ea typeface="+mn-ea"/>
              </a:defRPr>
            </a:lvl2pPr>
            <a:lvl3pPr marL="517525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Barlow" pitchFamily="2" charset="77"/>
                <a:ea typeface="+mn-ea"/>
              </a:defRPr>
            </a:lvl3pPr>
            <a:lvl4pPr marL="635000" indent="-1174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2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4pPr>
            <a:lvl5pPr marL="750888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4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5pPr>
            <a:lvl6pPr marL="3352045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509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0972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434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HW Installation and cabling.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Initial configuration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LTM Service replication</a:t>
            </a:r>
            <a:endParaRPr lang="en-US" sz="1000" kern="0" noProof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FW Policy replication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 err="1">
                <a:solidFill>
                  <a:srgbClr val="44546A"/>
                </a:solidFill>
                <a:latin typeface="TWK Everett" panose="020B0204000000000000" pitchFamily="34" charset="0"/>
              </a:rPr>
              <a:t>FortiManager</a:t>
            </a: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 setup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 err="1">
                <a:solidFill>
                  <a:srgbClr val="44546A"/>
                </a:solidFill>
                <a:latin typeface="TWK Everett" panose="020B0204000000000000" pitchFamily="34" charset="0"/>
              </a:rPr>
              <a:t>FortiAnalizer</a:t>
            </a: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 setup</a:t>
            </a:r>
            <a:endParaRPr lang="en-US" sz="900" kern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Design and migration fine-tuning.</a:t>
            </a:r>
            <a:endParaRPr lang="en-US" sz="1000" kern="0" noProof="0" dirty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1FCB0D5-8B27-6B25-0F37-D02CFE141F6A}"/>
              </a:ext>
            </a:extLst>
          </p:cNvPr>
          <p:cNvSpPr txBox="1"/>
          <p:nvPr/>
        </p:nvSpPr>
        <p:spPr>
          <a:xfrm>
            <a:off x="5004107" y="1273268"/>
            <a:ext cx="206210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noProof="0">
                <a:latin typeface="IBM Plex Sans" charset="0"/>
              </a:rPr>
              <a:t>Phase 3</a:t>
            </a:r>
          </a:p>
          <a:p>
            <a:pPr algn="l"/>
            <a:r>
              <a:rPr lang="en-US" sz="1050" b="1">
                <a:solidFill>
                  <a:srgbClr val="FF452D"/>
                </a:solidFill>
                <a:latin typeface="TWK Everett" panose="020B0204000000000000" pitchFamily="34" charset="0"/>
              </a:rPr>
              <a:t>Migration</a:t>
            </a:r>
            <a:endParaRPr lang="en-US" sz="1050" b="1" noProof="0">
              <a:solidFill>
                <a:srgbClr val="FF452D"/>
              </a:solidFill>
              <a:latin typeface="TWK Everett" panose="020B0204000000000000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22D9081-4030-8AB9-D772-E00AB1B93F82}"/>
              </a:ext>
            </a:extLst>
          </p:cNvPr>
          <p:cNvSpPr/>
          <p:nvPr/>
        </p:nvSpPr>
        <p:spPr>
          <a:xfrm>
            <a:off x="2845424" y="1825697"/>
            <a:ext cx="92788" cy="9278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599CAF6-C902-FCE8-BC5E-C73F83785CE9}"/>
              </a:ext>
            </a:extLst>
          </p:cNvPr>
          <p:cNvSpPr txBox="1"/>
          <p:nvPr/>
        </p:nvSpPr>
        <p:spPr>
          <a:xfrm>
            <a:off x="5004107" y="1830687"/>
            <a:ext cx="11067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noProof="0" dirty="0">
                <a:solidFill>
                  <a:schemeClr val="tx2"/>
                </a:solidFill>
                <a:latin typeface="TWK Everett" panose="020B0204000000000000" pitchFamily="34" charset="0"/>
              </a:rPr>
              <a:t>W 7- 11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D5C722E-6BEB-5232-D2A8-45D44D2BBC87}"/>
              </a:ext>
            </a:extLst>
          </p:cNvPr>
          <p:cNvSpPr/>
          <p:nvPr/>
        </p:nvSpPr>
        <p:spPr>
          <a:xfrm>
            <a:off x="4839841" y="1814883"/>
            <a:ext cx="92788" cy="9278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cxnSp>
        <p:nvCxnSpPr>
          <p:cNvPr id="56" name="Straight Arrow Connector 23">
            <a:extLst>
              <a:ext uri="{FF2B5EF4-FFF2-40B4-BE49-F238E27FC236}">
                <a16:creationId xmlns:a16="http://schemas.microsoft.com/office/drawing/2014/main" id="{A9C9B54E-0517-C929-E971-2F06C65F1FE7}"/>
              </a:ext>
            </a:extLst>
          </p:cNvPr>
          <p:cNvCxnSpPr>
            <a:cxnSpLocks/>
          </p:cNvCxnSpPr>
          <p:nvPr/>
        </p:nvCxnSpPr>
        <p:spPr bwMode="auto">
          <a:xfrm flipV="1">
            <a:off x="4792947" y="2124765"/>
            <a:ext cx="515" cy="2935386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7CB9580D-75D3-0700-BDC6-6DDEC071E136}"/>
              </a:ext>
            </a:extLst>
          </p:cNvPr>
          <p:cNvSpPr/>
          <p:nvPr/>
        </p:nvSpPr>
        <p:spPr>
          <a:xfrm>
            <a:off x="4746553" y="2013406"/>
            <a:ext cx="92788" cy="927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4BA1F42-138D-9DF8-F6AF-C411C3919312}"/>
              </a:ext>
            </a:extLst>
          </p:cNvPr>
          <p:cNvSpPr txBox="1"/>
          <p:nvPr/>
        </p:nvSpPr>
        <p:spPr>
          <a:xfrm>
            <a:off x="3285538" y="4550543"/>
            <a:ext cx="15359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buClrTx/>
            </a:pPr>
            <a:r>
              <a:rPr lang="en-US" sz="1000" b="1" kern="0" noProof="0">
                <a:solidFill>
                  <a:srgbClr val="FF462D"/>
                </a:solidFill>
                <a:latin typeface="TWK Everett" panose="020B0204000000000000" pitchFamily="34" charset="0"/>
              </a:rPr>
              <a:t>Milestone 2</a:t>
            </a:r>
            <a:r>
              <a:rPr lang="en-US" sz="1000" b="1" kern="0" noProof="0">
                <a:solidFill>
                  <a:srgbClr val="44546A"/>
                </a:solidFill>
                <a:latin typeface="TWK Everett" panose="020B0204000000000000" pitchFamily="34" charset="0"/>
              </a:rPr>
              <a:t> </a:t>
            </a:r>
          </a:p>
          <a:p>
            <a:pPr algn="r">
              <a:spcAft>
                <a:spcPts val="0"/>
              </a:spcAft>
              <a:buClrTx/>
            </a:pPr>
            <a:r>
              <a:rPr lang="en-US" sz="1000" kern="0">
                <a:solidFill>
                  <a:srgbClr val="44546A"/>
                </a:solidFill>
                <a:latin typeface="TWK Everett" panose="020B0204000000000000" pitchFamily="34" charset="0"/>
              </a:rPr>
              <a:t>Successful testing and validation</a:t>
            </a:r>
            <a:endParaRPr lang="en-US" sz="1000" kern="0" noProof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FA5988EB-0F3D-D9E9-FD8F-09011D2EF7A0}"/>
              </a:ext>
            </a:extLst>
          </p:cNvPr>
          <p:cNvSpPr txBox="1">
            <a:spLocks/>
          </p:cNvSpPr>
          <p:nvPr/>
        </p:nvSpPr>
        <p:spPr>
          <a:xfrm>
            <a:off x="5079311" y="2232641"/>
            <a:ext cx="3528671" cy="1446550"/>
          </a:xfrm>
          <a:prstGeom prst="rect">
            <a:avLst/>
          </a:prstGeom>
        </p:spPr>
        <p:txBody>
          <a:bodyPr wrap="square" lIns="0" tIns="0" rIns="0" bIns="0" numCol="1" anchor="t">
            <a:sp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01638" indent="-16986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  <a:latin typeface="Barlow" pitchFamily="2" charset="77"/>
                <a:ea typeface="+mn-ea"/>
              </a:defRPr>
            </a:lvl2pPr>
            <a:lvl3pPr marL="517525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Barlow" pitchFamily="2" charset="77"/>
                <a:ea typeface="+mn-ea"/>
              </a:defRPr>
            </a:lvl3pPr>
            <a:lvl4pPr marL="635000" indent="-1174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2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4pPr>
            <a:lvl5pPr marL="750888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4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5pPr>
            <a:lvl6pPr marL="3352045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509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0972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434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b="1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LB Traffic migration </a:t>
            </a: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A</a:t>
            </a:r>
            <a:r>
              <a:rPr lang="en-US" sz="900" kern="0" noProof="0" dirty="0" err="1">
                <a:solidFill>
                  <a:srgbClr val="44546A"/>
                </a:solidFill>
                <a:latin typeface="TWK Everett" panose="020B0204000000000000" pitchFamily="34" charset="0"/>
              </a:rPr>
              <a:t>ccording</a:t>
            </a:r>
            <a:r>
              <a:rPr lang="en-US" sz="900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 to the plan defined in Phase 1</a:t>
            </a: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900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Actions to be executed in maintenance windows (nights or weekends)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b="1" kern="0" dirty="0">
                <a:solidFill>
                  <a:srgbClr val="44546A"/>
                </a:solidFill>
                <a:latin typeface="TWK Everett" panose="020B0204000000000000" pitchFamily="34" charset="0"/>
              </a:rPr>
              <a:t>FW Traffic migration </a:t>
            </a: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According to the plan defined in Phase 1</a:t>
            </a: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Actions to be executed in maintenance windows (nights or weekends)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dirty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B51585E1-4DE7-B0E1-10B7-80C66DE23369}"/>
              </a:ext>
            </a:extLst>
          </p:cNvPr>
          <p:cNvSpPr txBox="1">
            <a:spLocks/>
          </p:cNvSpPr>
          <p:nvPr/>
        </p:nvSpPr>
        <p:spPr>
          <a:xfrm>
            <a:off x="8734297" y="2489987"/>
            <a:ext cx="1044634" cy="307777"/>
          </a:xfrm>
          <a:prstGeom prst="rect">
            <a:avLst/>
          </a:prstGeom>
        </p:spPr>
        <p:txBody>
          <a:bodyPr wrap="square" lIns="0" tIns="0" rIns="0" bIns="0" numCol="1" anchor="t">
            <a:sp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01638" indent="-16986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  <a:latin typeface="Barlow" pitchFamily="2" charset="77"/>
                <a:ea typeface="+mn-ea"/>
              </a:defRPr>
            </a:lvl2pPr>
            <a:lvl3pPr marL="517525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Barlow" pitchFamily="2" charset="77"/>
                <a:ea typeface="+mn-ea"/>
              </a:defRPr>
            </a:lvl3pPr>
            <a:lvl4pPr marL="635000" indent="-1174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2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4pPr>
            <a:lvl5pPr marL="750888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4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5pPr>
            <a:lvl6pPr marL="3352045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509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0972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434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FACB7EA1-0CF9-04D6-0A78-07A6D3223942}"/>
              </a:ext>
            </a:extLst>
          </p:cNvPr>
          <p:cNvCxnSpPr>
            <a:cxnSpLocks/>
          </p:cNvCxnSpPr>
          <p:nvPr/>
        </p:nvCxnSpPr>
        <p:spPr>
          <a:xfrm flipV="1">
            <a:off x="8629611" y="1903439"/>
            <a:ext cx="0" cy="41807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9E7409-52EB-E8BF-2D51-32257F2EBF33}"/>
              </a:ext>
            </a:extLst>
          </p:cNvPr>
          <p:cNvSpPr txBox="1"/>
          <p:nvPr/>
        </p:nvSpPr>
        <p:spPr>
          <a:xfrm>
            <a:off x="8762554" y="1839506"/>
            <a:ext cx="11067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noProof="0" dirty="0">
                <a:solidFill>
                  <a:schemeClr val="tx2"/>
                </a:solidFill>
                <a:latin typeface="TWK Everett" panose="020B0204000000000000" pitchFamily="34" charset="0"/>
              </a:rPr>
              <a:t>W 12</a:t>
            </a:r>
          </a:p>
        </p:txBody>
      </p:sp>
      <p:sp>
        <p:nvSpPr>
          <p:cNvPr id="67" name="Text Placeholder 20">
            <a:extLst>
              <a:ext uri="{FF2B5EF4-FFF2-40B4-BE49-F238E27FC236}">
                <a16:creationId xmlns:a16="http://schemas.microsoft.com/office/drawing/2014/main" id="{394D351B-5B4D-F1F4-D55C-4761D5715D20}"/>
              </a:ext>
            </a:extLst>
          </p:cNvPr>
          <p:cNvSpPr txBox="1">
            <a:spLocks/>
          </p:cNvSpPr>
          <p:nvPr/>
        </p:nvSpPr>
        <p:spPr>
          <a:xfrm>
            <a:off x="8691532" y="2232641"/>
            <a:ext cx="2518499" cy="1538883"/>
          </a:xfrm>
          <a:prstGeom prst="rect">
            <a:avLst/>
          </a:prstGeom>
        </p:spPr>
        <p:txBody>
          <a:bodyPr wrap="square" lIns="0" tIns="0" rIns="0" bIns="0" numCol="1" anchor="t">
            <a:sp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01638" indent="-16986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  <a:latin typeface="Barlow" pitchFamily="2" charset="77"/>
                <a:ea typeface="+mn-ea"/>
              </a:defRPr>
            </a:lvl2pPr>
            <a:lvl3pPr marL="517525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Barlow" pitchFamily="2" charset="77"/>
                <a:ea typeface="+mn-ea"/>
              </a:defRPr>
            </a:lvl3pPr>
            <a:lvl4pPr marL="635000" indent="-1174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2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4pPr>
            <a:lvl5pPr marL="750888" indent="-1158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400" cap="none">
                <a:solidFill>
                  <a:schemeClr val="bg2"/>
                </a:solidFill>
                <a:latin typeface="Barlow" pitchFamily="2" charset="77"/>
                <a:ea typeface="+mn-ea"/>
              </a:defRPr>
            </a:lvl5pPr>
            <a:lvl6pPr marL="3352045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509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0972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434" indent="-30473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B2332"/>
              </a:buClr>
              <a:buChar char="»"/>
              <a:defRPr sz="2666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b="1" kern="0" noProof="0" dirty="0">
                <a:solidFill>
                  <a:srgbClr val="44546A"/>
                </a:solidFill>
                <a:latin typeface="TWK Everett" panose="020B0204000000000000" pitchFamily="34" charset="0"/>
              </a:rPr>
              <a:t>Soft-landing support. 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b="1" kern="0" noProof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Project team supporting incidents and technical issues.</a:t>
            </a:r>
          </a:p>
          <a:p>
            <a:pPr marL="171450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noProof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Knowledge transfer to Client/Kyndryl managed service</a:t>
            </a: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US" sz="1000" kern="0" dirty="0">
              <a:solidFill>
                <a:srgbClr val="44546A"/>
              </a:solidFill>
              <a:latin typeface="TWK Everett" panose="020B0204000000000000" pitchFamily="34" charset="0"/>
            </a:endParaRPr>
          </a:p>
          <a:p>
            <a:pPr marL="573088" lvl="1" indent="-171450"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44546A"/>
                </a:solidFill>
                <a:latin typeface="TWK Everett" panose="020B0204000000000000" pitchFamily="34" charset="0"/>
              </a:rPr>
              <a:t>Documentation review, update and delivery.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338002E2-05B4-CEF4-BD66-28184825C4F6}"/>
              </a:ext>
            </a:extLst>
          </p:cNvPr>
          <p:cNvSpPr/>
          <p:nvPr/>
        </p:nvSpPr>
        <p:spPr>
          <a:xfrm>
            <a:off x="8586217" y="1808274"/>
            <a:ext cx="92788" cy="9278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5988F84-B323-079B-5A78-D04DD3F38C81}"/>
              </a:ext>
            </a:extLst>
          </p:cNvPr>
          <p:cNvSpPr txBox="1"/>
          <p:nvPr/>
        </p:nvSpPr>
        <p:spPr>
          <a:xfrm>
            <a:off x="8762554" y="1273268"/>
            <a:ext cx="206210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 noProof="0">
                <a:latin typeface="IBM Plex Sans" charset="0"/>
              </a:rPr>
              <a:t>Phase 4</a:t>
            </a:r>
          </a:p>
          <a:p>
            <a:pPr algn="l"/>
            <a:r>
              <a:rPr lang="en-US" sz="1050" b="1">
                <a:solidFill>
                  <a:srgbClr val="FF452D"/>
                </a:solidFill>
                <a:latin typeface="TWK Everett" panose="020B0204000000000000" pitchFamily="34" charset="0"/>
              </a:rPr>
              <a:t>Hand-over</a:t>
            </a:r>
            <a:endParaRPr lang="en-US" sz="1050" b="1" noProof="0">
              <a:solidFill>
                <a:srgbClr val="FF452D"/>
              </a:solidFill>
              <a:latin typeface="TWK Everett" panose="020B0204000000000000" pitchFamily="34" charset="0"/>
            </a:endParaRP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7E7057B1-70CC-95BF-536D-A4A630A0128E}"/>
              </a:ext>
            </a:extLst>
          </p:cNvPr>
          <p:cNvCxnSpPr>
            <a:cxnSpLocks/>
            <a:endCxn id="91" idx="6"/>
          </p:cNvCxnSpPr>
          <p:nvPr/>
        </p:nvCxnSpPr>
        <p:spPr>
          <a:xfrm>
            <a:off x="7766564" y="2103600"/>
            <a:ext cx="3623013" cy="4966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38000">
                  <a:schemeClr val="accent1">
                    <a:lumMod val="97000"/>
                    <a:lumOff val="3000"/>
                  </a:schemeClr>
                </a:gs>
                <a:gs pos="90000">
                  <a:schemeClr val="bg1"/>
                </a:gs>
              </a:gsLst>
              <a:lin ang="10800000" scaled="1"/>
              <a:tileRect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23">
            <a:extLst>
              <a:ext uri="{FF2B5EF4-FFF2-40B4-BE49-F238E27FC236}">
                <a16:creationId xmlns:a16="http://schemas.microsoft.com/office/drawing/2014/main" id="{A2056AD7-CE1E-3C62-CA4A-F337E74F886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9309" y="2106423"/>
            <a:ext cx="515" cy="2935386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23">
            <a:extLst>
              <a:ext uri="{FF2B5EF4-FFF2-40B4-BE49-F238E27FC236}">
                <a16:creationId xmlns:a16="http://schemas.microsoft.com/office/drawing/2014/main" id="{2DE39D2D-8BFC-CF10-1D3E-3572FB9D43E1}"/>
              </a:ext>
            </a:extLst>
          </p:cNvPr>
          <p:cNvCxnSpPr>
            <a:cxnSpLocks/>
          </p:cNvCxnSpPr>
          <p:nvPr/>
        </p:nvCxnSpPr>
        <p:spPr bwMode="auto">
          <a:xfrm flipV="1">
            <a:off x="11343698" y="2163140"/>
            <a:ext cx="0" cy="2892045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19D8C98B-8F16-A321-290A-2FF5561EDE8C}"/>
              </a:ext>
            </a:extLst>
          </p:cNvPr>
          <p:cNvSpPr/>
          <p:nvPr/>
        </p:nvSpPr>
        <p:spPr>
          <a:xfrm>
            <a:off x="11296789" y="2062172"/>
            <a:ext cx="92788" cy="927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649BCD6B-6446-A6BF-4E19-CBB263037B30}"/>
              </a:ext>
            </a:extLst>
          </p:cNvPr>
          <p:cNvSpPr txBox="1"/>
          <p:nvPr/>
        </p:nvSpPr>
        <p:spPr>
          <a:xfrm>
            <a:off x="9835866" y="4704431"/>
            <a:ext cx="15359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buClrTx/>
            </a:pPr>
            <a:r>
              <a:rPr lang="en-US" sz="1000" b="1" kern="0" noProof="0">
                <a:solidFill>
                  <a:srgbClr val="FF462D"/>
                </a:solidFill>
                <a:latin typeface="TWK Everett" panose="020B0204000000000000" pitchFamily="34" charset="0"/>
              </a:rPr>
              <a:t>Milestone 3</a:t>
            </a:r>
            <a:r>
              <a:rPr lang="en-US" sz="1000" b="1" kern="0" noProof="0">
                <a:solidFill>
                  <a:srgbClr val="44546A"/>
                </a:solidFill>
                <a:latin typeface="TWK Everett" panose="020B0204000000000000" pitchFamily="34" charset="0"/>
              </a:rPr>
              <a:t> </a:t>
            </a:r>
          </a:p>
          <a:p>
            <a:pPr algn="r">
              <a:spcAft>
                <a:spcPts val="0"/>
              </a:spcAft>
              <a:buClrTx/>
            </a:pPr>
            <a:r>
              <a:rPr lang="en-US" sz="1000" kern="0">
                <a:solidFill>
                  <a:srgbClr val="44546A"/>
                </a:solidFill>
                <a:latin typeface="TWK Everett" panose="020B0204000000000000" pitchFamily="34" charset="0"/>
              </a:rPr>
              <a:t>Project completed</a:t>
            </a:r>
            <a:endParaRPr lang="en-US" sz="1000" kern="0" noProof="0">
              <a:solidFill>
                <a:srgbClr val="44546A"/>
              </a:solidFill>
              <a:latin typeface="TWK Everett" panose="020B0204000000000000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F054FF-B7C5-FA3B-D9EF-FA383A4BADE3}"/>
              </a:ext>
            </a:extLst>
          </p:cNvPr>
          <p:cNvSpPr txBox="1"/>
          <p:nvPr/>
        </p:nvSpPr>
        <p:spPr>
          <a:xfrm>
            <a:off x="8080076" y="6364075"/>
            <a:ext cx="3741409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1100" i="1" dirty="0">
                <a:solidFill>
                  <a:schemeClr val="tx2"/>
                </a:solidFill>
                <a:latin typeface="Arial" panose="020B0604020202020204" pitchFamily="34" charset="0"/>
              </a:rPr>
              <a:t>* </a:t>
            </a:r>
            <a:r>
              <a:rPr lang="es-ES" sz="1100" i="1" dirty="0" err="1">
                <a:solidFill>
                  <a:schemeClr val="tx2"/>
                </a:solidFill>
                <a:latin typeface="Arial" panose="020B0604020202020204" pitchFamily="34" charset="0"/>
              </a:rPr>
              <a:t>Estimation</a:t>
            </a:r>
            <a:r>
              <a:rPr lang="es-ES" sz="1100" i="1" dirty="0">
                <a:solidFill>
                  <a:schemeClr val="tx2"/>
                </a:solidFill>
                <a:latin typeface="Arial" panose="020B0604020202020204" pitchFamily="34" charset="0"/>
              </a:rPr>
              <a:t>. </a:t>
            </a:r>
            <a:r>
              <a:rPr lang="en-US" sz="1100" i="1" kern="0" dirty="0">
                <a:solidFill>
                  <a:schemeClr val="tx2"/>
                </a:solidFill>
                <a:latin typeface="TWK Everett" panose="020B0204000000000000" pitchFamily="34" charset="0"/>
              </a:rPr>
              <a:t>Final plan to be defined during the project</a:t>
            </a:r>
          </a:p>
          <a:p>
            <a:pPr algn="l"/>
            <a:endParaRPr lang="es-ES" sz="1100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4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6464-3BB8-AF35-EF92-595C513D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A007637-689C-F5BC-8F6E-F46B2C34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93125"/>
            <a:ext cx="6096000" cy="281078"/>
          </a:xfrm>
        </p:spPr>
        <p:txBody>
          <a:bodyPr/>
          <a:lstStyle/>
          <a:p>
            <a:r>
              <a:rPr lang="es-ES_tradnl" noProof="0" dirty="0"/>
              <a:t>Propuesta técnica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F712F-9032-1E02-19BB-4F3C35D6FC7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_tradnl" dirty="0"/>
              <a:t>Consideraciones</a:t>
            </a:r>
          </a:p>
          <a:p>
            <a:endParaRPr lang="es-ES_tradnl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D5BDC36-20EF-1958-81EA-B52F916E8876}"/>
              </a:ext>
            </a:extLst>
          </p:cNvPr>
          <p:cNvSpPr txBox="1">
            <a:spLocks/>
          </p:cNvSpPr>
          <p:nvPr/>
        </p:nvSpPr>
        <p:spPr>
          <a:xfrm>
            <a:off x="228599" y="1472809"/>
            <a:ext cx="11417969" cy="47973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System Font Regular"/>
              <a:buChar char="–"/>
              <a:defRPr sz="1200" b="0" i="0" kern="120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690563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  <a:defRPr sz="1200" b="0" i="0" kern="120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sz="1200" b="0" i="0" kern="120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ES_tradnl" dirty="0"/>
              <a:t>El proyecto de migración será en modelo AS-IS, es decir no se realizará una </a:t>
            </a:r>
            <a:r>
              <a:rPr lang="es-ES_tradnl" dirty="0" err="1"/>
              <a:t>rearquitectura</a:t>
            </a:r>
            <a:r>
              <a:rPr lang="es-ES_tradnl" dirty="0"/>
              <a:t> o trasformación de la funcionalidad de los elementos más allá de las requeridas para adaptar la nueva tecnología.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_tradnl" dirty="0"/>
              <a:t>Se deberá de establecer un periodo de </a:t>
            </a:r>
            <a:r>
              <a:rPr lang="es-ES_tradnl" dirty="0" err="1"/>
              <a:t>freeze</a:t>
            </a:r>
            <a:r>
              <a:rPr lang="es-ES_tradnl" dirty="0"/>
              <a:t> de cambios de configuración en los dispositivos durante la duración de la migración, para evitar desviaciones entre el legacy y los nuevos dispositivos.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_tradnl" dirty="0"/>
              <a:t>La configuración de la infraestructura de red a la que se conectan estos nuevos dispositivos será ejecutada por parte del BAU de la cuenta siguiendo los requerimientos y planificación establecidos en la fase de </a:t>
            </a:r>
            <a:r>
              <a:rPr lang="es-ES_tradnl" dirty="0" err="1"/>
              <a:t>diesño</a:t>
            </a:r>
            <a:r>
              <a:rPr lang="es-ES_tradnl" dirty="0"/>
              <a:t> del proyecto.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_tradnl" dirty="0"/>
              <a:t>El cliente nos tiene que facilitar las configuraciones de los dispositivos actuales.</a:t>
            </a:r>
          </a:p>
          <a:p>
            <a:pPr>
              <a:buFont typeface="Arial" panose="020B0604020202020204" pitchFamily="34" charset="0"/>
              <a:buChar char="•"/>
            </a:pPr>
            <a:endParaRPr lang="es-ES_tradnl" dirty="0"/>
          </a:p>
          <a:p>
            <a:pPr>
              <a:buFont typeface="Arial" panose="020B0604020202020204" pitchFamily="34" charset="0"/>
              <a:buChar char="•"/>
            </a:pPr>
            <a:endParaRPr lang="es-ES_tradnl" dirty="0"/>
          </a:p>
          <a:p>
            <a:pPr>
              <a:buFont typeface="Arial" panose="020B0604020202020204" pitchFamily="34" charset="0"/>
              <a:buChar char="•"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9412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630CC-57B1-4CB4-AF5D-205DA244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FD5A73-1E48-0F7A-5C20-164E5CB2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93125"/>
            <a:ext cx="6096000" cy="281078"/>
          </a:xfrm>
        </p:spPr>
        <p:txBody>
          <a:bodyPr/>
          <a:lstStyle/>
          <a:p>
            <a:r>
              <a:rPr lang="es-ES_tradnl" noProof="0" dirty="0"/>
              <a:t>Estimación Coste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F929B6-AF79-3CD2-1DB5-0AE32F6BD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8"/>
          <a:stretch>
            <a:fillRect/>
          </a:stretch>
        </p:blipFill>
        <p:spPr>
          <a:xfrm>
            <a:off x="2019347" y="973079"/>
            <a:ext cx="9341760" cy="49118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0736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918287"/>
      </p:ext>
    </p:extLst>
  </p:cSld>
  <p:clrMapOvr>
    <a:masterClrMapping/>
  </p:clrMapOvr>
</p:sld>
</file>

<file path=ppt/theme/theme1.xml><?xml version="1.0" encoding="utf-8"?>
<a:theme xmlns:a="http://schemas.openxmlformats.org/drawingml/2006/main" name="Kyndryl Template">
  <a:themeElements>
    <a:clrScheme name="Kyndryl 20220421">
      <a:dk1>
        <a:srgbClr val="002313"/>
      </a:dk1>
      <a:lt1>
        <a:srgbClr val="FFFFFF"/>
      </a:lt1>
      <a:dk2>
        <a:srgbClr val="3D3B3B"/>
      </a:dk2>
      <a:lt2>
        <a:srgbClr val="F2F0ED"/>
      </a:lt2>
      <a:accent1>
        <a:srgbClr val="FF462D"/>
      </a:accent1>
      <a:accent2>
        <a:srgbClr val="E4F4F1"/>
      </a:accent2>
      <a:accent3>
        <a:srgbClr val="4CDD84"/>
      </a:accent3>
      <a:accent4>
        <a:srgbClr val="287079"/>
      </a:accent4>
      <a:accent5>
        <a:srgbClr val="9E9287"/>
      </a:accent5>
      <a:accent6>
        <a:srgbClr val="187E3E"/>
      </a:accent6>
      <a:hlink>
        <a:srgbClr val="FF462D"/>
      </a:hlink>
      <a:folHlink>
        <a:srgbClr val="4CDD84"/>
      </a:folHlink>
    </a:clrScheme>
    <a:fontScheme name="K">
      <a:majorFont>
        <a:latin typeface="TWK Everett"/>
        <a:ea typeface=""/>
        <a:cs typeface=""/>
      </a:majorFont>
      <a:minorFont>
        <a:latin typeface="TWK Evere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>
            <a:solidFill>
              <a:schemeClr val="bg1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White">
      <a:srgbClr val="FFFFFF"/>
    </a:custClr>
    <a:custClr name="Cloud">
      <a:srgbClr val="F2F1EE"/>
    </a:custClr>
    <a:custClr name="Spruce">
      <a:srgbClr val="29707A"/>
    </a:custClr>
    <a:custClr name="Deep Forest">
      <a:srgbClr val="042315"/>
    </a:custClr>
    <a:custClr name="Warm Red">
      <a:srgbClr val="FF462D"/>
    </a:custClr>
    <a:custClr name="Skye">
      <a:srgbClr val="E4F4F1"/>
    </a:custClr>
    <a:custClr name="Spring Green">
      <a:srgbClr val="4CDD84"/>
    </a:custClr>
    <a:custClr name="Earth">
      <a:srgbClr val="9E9287"/>
    </a:custClr>
    <a:custClr name="Dark Stone">
      <a:srgbClr val="3D3C3C"/>
    </a:custClr>
    <a:custClr name="Digital Dark Spring Green">
      <a:srgbClr val="187E3F"/>
    </a:custClr>
    <a:custClr name="Digital Dark Earth">
      <a:srgbClr val="565049"/>
    </a:custClr>
  </a:custClrLst>
  <a:extLst>
    <a:ext uri="{05A4C25C-085E-4340-85A3-A5531E510DB2}">
      <thm15:themeFamily xmlns:thm15="http://schemas.microsoft.com/office/thememl/2012/main" name="Kyndryl_Powerpoint_Template_TWKEverett-R-2023" id="{585D425D-8862-AB45-8514-B6DE27BACC29}" vid="{3AF5C10A-ECFE-AF42-B835-B1F41ED9A4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e4d8ca94-080c-4f1b-b8bf-1a4a34d645d4">
      <UserInfo>
        <DisplayName>Mariana Hernandez - (Central OPS)</DisplayName>
        <AccountId>7</AccountId>
        <AccountType/>
      </UserInfo>
      <UserInfo>
        <DisplayName>Daniel Widner</DisplayName>
        <AccountId>47</AccountId>
        <AccountType/>
      </UserInfo>
      <UserInfo>
        <DisplayName>Perla Daly</DisplayName>
        <AccountId>12</AccountId>
        <AccountType/>
      </UserInfo>
    </SharedWithUsers>
    <TaxCatchAll xmlns="e4d8ca94-080c-4f1b-b8bf-1a4a34d645d4" xsi:nil="true"/>
    <lcf76f155ced4ddcb4097134ff3c332f xmlns="c4bca891-943c-4408-8c02-36612bb2da5c">
      <Terms xmlns="http://schemas.microsoft.com/office/infopath/2007/PartnerControls"/>
    </lcf76f155ced4ddcb4097134ff3c332f>
    <MediaLengthInSeconds xmlns="c4bca891-943c-4408-8c02-36612bb2da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D50A04D51F8A47899B5FC1E6442588" ma:contentTypeVersion="16" ma:contentTypeDescription="Create a new document." ma:contentTypeScope="" ma:versionID="c92577e7685a6dc75ff71ba879e44f1d">
  <xsd:schema xmlns:xsd="http://www.w3.org/2001/XMLSchema" xmlns:xs="http://www.w3.org/2001/XMLSchema" xmlns:p="http://schemas.microsoft.com/office/2006/metadata/properties" xmlns:ns1="http://schemas.microsoft.com/sharepoint/v3" xmlns:ns2="c4bca891-943c-4408-8c02-36612bb2da5c" xmlns:ns3="e4d8ca94-080c-4f1b-b8bf-1a4a34d645d4" targetNamespace="http://schemas.microsoft.com/office/2006/metadata/properties" ma:root="true" ma:fieldsID="fb9b4b9a4933c20f7a73647dd6e33681" ns1:_="" ns2:_="" ns3:_="">
    <xsd:import namespace="http://schemas.microsoft.com/sharepoint/v3"/>
    <xsd:import namespace="c4bca891-943c-4408-8c02-36612bb2da5c"/>
    <xsd:import namespace="e4d8ca94-080c-4f1b-b8bf-1a4a34d645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ca891-943c-4408-8c02-36612bb2da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4101172-0cdf-4a4d-852d-90099e45c5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8ca94-080c-4f1b-b8bf-1a4a34d645d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c54abe46-f6e6-4af4-8814-8619b1c4b55b}" ma:internalName="TaxCatchAll" ma:showField="CatchAllData" ma:web="e4d8ca94-080c-4f1b-b8bf-1a4a34d645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1F5DE1-AF70-41E9-A02F-B159F3CD5C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C8E937-4CF1-428D-AE9A-6FF7182CED01}">
  <ds:schemaRefs>
    <ds:schemaRef ds:uri="http://purl.org/dc/dcmitype/"/>
    <ds:schemaRef ds:uri="http://schemas.microsoft.com/sharepoint/v3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e4d8ca94-080c-4f1b-b8bf-1a4a34d645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4bca891-943c-4408-8c02-36612bb2da5c"/>
  </ds:schemaRefs>
</ds:datastoreItem>
</file>

<file path=customXml/itemProps3.xml><?xml version="1.0" encoding="utf-8"?>
<ds:datastoreItem xmlns:ds="http://schemas.openxmlformats.org/officeDocument/2006/customXml" ds:itemID="{19F17D14-8017-48D7-9DCC-0D2888ED77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4bca891-943c-4408-8c02-36612bb2da5c"/>
    <ds:schemaRef ds:uri="e4d8ca94-080c-4f1b-b8bf-1a4a34d645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260df36-bc43-424c-8f44-c85226657b01}" enabled="0" method="" siteId="{f260df36-bc43-424c-8f44-c85226657b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Kyndryl Template</Template>
  <TotalTime>334</TotalTime>
  <Words>706</Words>
  <Application>Microsoft Office PowerPoint</Application>
  <PresentationFormat>Panorámica</PresentationFormat>
  <Paragraphs>123</Paragraphs>
  <Slides>8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Kyndryl Template</vt:lpstr>
      <vt:lpstr>Presentación de PowerPoint</vt:lpstr>
      <vt:lpstr>Lista de Equipos </vt:lpstr>
      <vt:lpstr>Tareas Detalladas Balanceadores</vt:lpstr>
      <vt:lpstr>Tareas Detalladas Firewalls</vt:lpstr>
      <vt:lpstr>Presentación de PowerPoint</vt:lpstr>
      <vt:lpstr>Propuesta técnica</vt:lpstr>
      <vt:lpstr>Estimación Coste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Antonio Jose Bermejo</dc:creator>
  <cp:keywords/>
  <dc:description/>
  <cp:lastModifiedBy>KYLE ANTHONY SPITZER</cp:lastModifiedBy>
  <cp:revision>3</cp:revision>
  <dcterms:created xsi:type="dcterms:W3CDTF">2025-06-30T09:35:07Z</dcterms:created>
  <dcterms:modified xsi:type="dcterms:W3CDTF">2026-06-08T19:54:24Z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0x0101000DD50A04D51F8A47899B5FC1E6442588</vt:lpwstr>
  </property>
  <property fmtid="{D5CDD505-2E9C-101B-9397-08002B2CF9AE}" pid="3" name="Order">
    <vt:lpwstr>177800.000000000</vt:lpwstr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